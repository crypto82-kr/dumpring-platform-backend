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DUMPRING FLEET OWNER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Malgun Gothic"/>
              </a:defRPr>
            </a:pPr>
            <a:r>
              <a:t>차주/운송사(ROLE_FLEET_OWNER) 화면설계서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4B5563"/>
                </a:solidFill>
                <a:latin typeface="Malgun Gothic"/>
              </a:defRPr>
            </a:pPr>
            <a:r>
              <a:t>[기사 관리, 차량 관리, 기사/차량 매핑 제어, 배차 현황 관제, 정산 조회]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4B5563"/>
                </a:solidFill>
                <a:latin typeface="Malgun Gothic"/>
              </a:defRPr>
            </a:pPr>
            <a:r>
              <a:t>2026. 06. 05  |  덤프링 UI/UX 기획본부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1. 차주/운송사 - 기사 관리 (목록, 등록, 검색, 수정, 삭제) [FLT-DRV-01]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7190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기사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차량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현황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676656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737360"/>
            <a:ext cx="45720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: [ </a:t>
            </a:r>
            <a:r>
              <a:rPr dirty="0" err="1"/>
              <a:t>기사명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] ➔ [</a:t>
            </a:r>
            <a:r>
              <a:rPr dirty="0" err="1"/>
              <a:t>검색</a:t>
            </a:r>
            <a:r>
              <a:rPr dirty="0"/>
              <a:t>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737360"/>
            <a:ext cx="10972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0" y="1810512"/>
            <a:ext cx="10972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+ 기사 등록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468880"/>
            <a:ext cx="384048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2514600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성명 | 연락처 | 면허종류 | 상태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83464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68880" y="288036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강감찬 | 010-1111-2222 | 1종대형 | 승인(APPROVED)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42900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68880" y="347472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임꺽정 | 010-3333-4444 | 1종대형 | 대기(PENDING)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4688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2560320"/>
            <a:ext cx="2468880" cy="3291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[ </a:t>
            </a:r>
            <a:r>
              <a:rPr dirty="0" err="1"/>
              <a:t>소속</a:t>
            </a:r>
            <a:r>
              <a:rPr dirty="0"/>
              <a:t> </a:t>
            </a: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등록</a:t>
            </a:r>
            <a:r>
              <a:rPr dirty="0"/>
              <a:t>/</a:t>
            </a:r>
            <a:r>
              <a:rPr dirty="0" err="1"/>
              <a:t>수정</a:t>
            </a:r>
            <a:r>
              <a:rPr dirty="0"/>
              <a:t> ]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성명</a:t>
            </a:r>
            <a:r>
              <a:rPr dirty="0"/>
              <a:t>: </a:t>
            </a:r>
            <a:r>
              <a:rPr dirty="0" err="1"/>
              <a:t>강감찬</a:t>
            </a:r>
            <a:br>
              <a:rPr dirty="0"/>
            </a:br>
            <a:r>
              <a:rPr dirty="0"/>
              <a:t>• </a:t>
            </a:r>
            <a:r>
              <a:rPr dirty="0" err="1"/>
              <a:t>휴대폰</a:t>
            </a:r>
            <a:r>
              <a:rPr dirty="0"/>
              <a:t> </a:t>
            </a:r>
            <a:r>
              <a:rPr dirty="0" err="1"/>
              <a:t>번호</a:t>
            </a:r>
            <a:r>
              <a:rPr dirty="0"/>
              <a:t>: 010-1111-2222</a:t>
            </a:r>
            <a:br>
              <a:rPr dirty="0"/>
            </a:br>
            <a:r>
              <a:rPr dirty="0"/>
              <a:t>• </a:t>
            </a:r>
            <a:r>
              <a:rPr dirty="0" err="1"/>
              <a:t>면허</a:t>
            </a:r>
            <a:r>
              <a:rPr dirty="0"/>
              <a:t> </a:t>
            </a:r>
            <a:r>
              <a:rPr dirty="0" err="1"/>
              <a:t>종류</a:t>
            </a:r>
            <a:r>
              <a:rPr dirty="0"/>
              <a:t>: [ 1종 </a:t>
            </a:r>
            <a:r>
              <a:rPr dirty="0" err="1"/>
              <a:t>대형</a:t>
            </a:r>
            <a:r>
              <a:rPr dirty="0"/>
              <a:t> ▼ ]</a:t>
            </a:r>
            <a:br>
              <a:rPr dirty="0"/>
            </a:br>
            <a:r>
              <a:rPr dirty="0"/>
              <a:t>• </a:t>
            </a:r>
            <a:r>
              <a:rPr dirty="0" err="1"/>
              <a:t>화물</a:t>
            </a:r>
            <a:r>
              <a:rPr dirty="0"/>
              <a:t> </a:t>
            </a:r>
            <a:r>
              <a:rPr dirty="0" err="1"/>
              <a:t>자격</a:t>
            </a:r>
            <a:r>
              <a:rPr dirty="0"/>
              <a:t> </a:t>
            </a:r>
            <a:r>
              <a:rPr dirty="0" err="1"/>
              <a:t>증명</a:t>
            </a:r>
            <a:r>
              <a:rPr dirty="0"/>
              <a:t> </a:t>
            </a:r>
            <a:r>
              <a:rPr dirty="0" err="1"/>
              <a:t>번호</a:t>
            </a:r>
            <a:r>
              <a:rPr dirty="0"/>
              <a:t>: 12-345-67</a:t>
            </a:r>
            <a:br>
              <a:rPr dirty="0"/>
            </a:br>
            <a:r>
              <a:rPr dirty="0"/>
              <a:t>• </a:t>
            </a: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: [ APPROVED ]</a:t>
            </a:r>
            <a:br>
              <a:rPr dirty="0"/>
            </a:br>
            <a:r>
              <a:rPr dirty="0"/>
              <a:t>• </a:t>
            </a:r>
            <a:r>
              <a:rPr dirty="0" err="1"/>
              <a:t>매핑된</a:t>
            </a:r>
            <a:r>
              <a:rPr dirty="0"/>
              <a:t> </a:t>
            </a:r>
            <a:r>
              <a:rPr dirty="0" err="1"/>
              <a:t>차량</a:t>
            </a:r>
            <a:r>
              <a:rPr dirty="0"/>
              <a:t>: </a:t>
            </a:r>
            <a:r>
              <a:rPr dirty="0" err="1"/>
              <a:t>경기</a:t>
            </a:r>
            <a:r>
              <a:rPr dirty="0"/>
              <a:t> 82자 7732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5394960"/>
            <a:ext cx="11887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5440680"/>
            <a:ext cx="1188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수정 저장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5394960"/>
            <a:ext cx="118872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0" y="5440680"/>
            <a:ext cx="1188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기사 삭제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소속 기사 신규 가입 등록(면허 정보 및 연락처 입력), 정보 수정 및 삭제</a:t>
            </a:r>
            <a:br/>
            <a:r>
              <a:t>2. 화물운송 자격유무 및 면허 적성검사 갱신일 알림 관리</a:t>
            </a:r>
            <a:br/>
            <a:br/>
            <a:r>
              <a:t>■ 화면 주요 구성 요소 (Main UI Components)</a:t>
            </a:r>
            <a:br/>
            <a:r>
              <a:t>1. 상단 컨트롤바: 이름 필터링 조회 및 기사 추가 모달 트리거</a:t>
            </a:r>
            <a:br/>
            <a:r>
              <a:t>2. 좌측 목록 뷰: 운송 승인 상태 및 자격유무 표시 테이블</a:t>
            </a:r>
            <a:br/>
            <a:r>
              <a:t>3. 우측 상세 입력: 텍스트 입력창 및 면허증 라이센스 설정 인풋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2. 차주/운송사 - 차량 관리 (목록, 등록, 검색, 수정, 삭제) [FLT-CAR-01]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7190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차량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현황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676656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737360"/>
            <a:ext cx="45720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차량 검색: [ 차량번호 입력 ] ➔ [검색]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737360"/>
            <a:ext cx="10972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0" y="1810512"/>
            <a:ext cx="10972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+ 차량 등록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468880"/>
            <a:ext cx="384048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2514600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차량번호 | 차종 톤수 | 제조사 | 상태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83464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68880" y="288036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경기 82자 7732 | 15톤 덤프 | 현대 트라고 | APPROVED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42900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68880" y="347472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인천 80바 4531 | 25.5톤 덤프 | 볼보 FM | PENDING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4688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2560320"/>
            <a:ext cx="2468880" cy="3291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[ 소속 차량 등록/수정 ]</a:t>
            </a:r>
            <a:br/>
            <a:br/>
            <a:r>
              <a:t>• 차량번호: 경기 82자 7732</a:t>
            </a:r>
            <a:br/>
            <a:r>
              <a:t>• 차량 규격: [ 15톤 덤프 ▼ ]</a:t>
            </a:r>
            <a:br/>
            <a:r>
              <a:t>• 연식: 2018 년식</a:t>
            </a:r>
            <a:br/>
            <a:r>
              <a:t>• 검사 만료일: 2026-12-31</a:t>
            </a:r>
            <a:br/>
            <a:r>
              <a:t>• 보험 가입 유무: [ 가입 완료 ]</a:t>
            </a:r>
            <a:br/>
            <a:r>
              <a:t>• 제출 서류: 차량등록증, 영업허가증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5394960"/>
            <a:ext cx="11887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5440680"/>
            <a:ext cx="1188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수정 저장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5394960"/>
            <a:ext cx="118872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0" y="5440680"/>
            <a:ext cx="1188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차량 삭제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소속 영업용 덤프 차량의 신규 등록, 정기 검사 주기 정보 확인 및 정보 삭제</a:t>
            </a:r>
            <a:br/>
            <a:r>
              <a:t>2. 차량 등록 서류(등록증, 보험영수증 등) 첨부 파일 관리</a:t>
            </a:r>
            <a:br/>
            <a:br/>
            <a:r>
              <a:t>■ 화면 주요 구성 요소 (Main UI Components)</a:t>
            </a:r>
            <a:br/>
            <a:r>
              <a:t>1. 상단 제어 바: 차량 번호 검색창 및 추가 액션 버튼</a:t>
            </a:r>
            <a:br/>
            <a:r>
              <a:t>2. 좌측 차량 그리드: 차종 규격(15t/25.5t 등) 및 승인 여부 표기</a:t>
            </a:r>
            <a:br/>
            <a:r>
              <a:t>3. 우측 정보 수정 패널: 세부 스펙 수치 등록 및 파일 첨부 모듈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4. 차주/운송사 - 배차 현황 관리 화면 [FLT-DSP-01]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7190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기사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차량 관리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배차 현황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4389120" cy="4389120"/>
          </a:xfrm>
          <a:prstGeom prst="rect">
            <a:avLst/>
          </a:prstGeom>
          <a:solidFill>
            <a:srgbClr val="DCE1E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828800"/>
            <a:ext cx="4023360" cy="4023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[ </a:t>
            </a:r>
            <a:r>
              <a:rPr dirty="0" err="1"/>
              <a:t>소속</a:t>
            </a:r>
            <a:r>
              <a:rPr dirty="0"/>
              <a:t> </a:t>
            </a:r>
            <a:r>
              <a:rPr dirty="0" err="1"/>
              <a:t>트럭</a:t>
            </a:r>
            <a:r>
              <a:rPr dirty="0"/>
              <a:t> </a:t>
            </a:r>
            <a:r>
              <a:rPr dirty="0" err="1"/>
              <a:t>운행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관제도</a:t>
            </a:r>
            <a:r>
              <a:rPr dirty="0"/>
              <a:t> ]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강감찬</a:t>
            </a:r>
            <a:r>
              <a:rPr dirty="0"/>
              <a:t> (</a:t>
            </a:r>
            <a:r>
              <a:rPr dirty="0" err="1"/>
              <a:t>경기</a:t>
            </a:r>
            <a:r>
              <a:rPr dirty="0"/>
              <a:t> 82자 7732) - </a:t>
            </a:r>
            <a:r>
              <a:rPr dirty="0" err="1"/>
              <a:t>송도</a:t>
            </a:r>
            <a:r>
              <a:rPr dirty="0"/>
              <a:t> </a:t>
            </a:r>
            <a:r>
              <a:rPr dirty="0" err="1"/>
              <a:t>A현장</a:t>
            </a:r>
            <a:r>
              <a:rPr dirty="0"/>
              <a:t> ➔ </a:t>
            </a:r>
            <a:r>
              <a:rPr dirty="0" err="1"/>
              <a:t>남항</a:t>
            </a:r>
            <a:r>
              <a:rPr dirty="0"/>
              <a:t> </a:t>
            </a:r>
            <a:r>
              <a:rPr dirty="0" err="1"/>
              <a:t>주행</a:t>
            </a:r>
            <a:r>
              <a:rPr dirty="0"/>
              <a:t> 중</a:t>
            </a:r>
            <a:br>
              <a:rPr dirty="0"/>
            </a:br>
            <a:r>
              <a:rPr dirty="0"/>
              <a:t>• </a:t>
            </a:r>
            <a:r>
              <a:rPr dirty="0" err="1"/>
              <a:t>홍길동</a:t>
            </a:r>
            <a:r>
              <a:rPr dirty="0"/>
              <a:t> (</a:t>
            </a:r>
            <a:r>
              <a:rPr dirty="0" err="1"/>
              <a:t>인천</a:t>
            </a:r>
            <a:r>
              <a:rPr dirty="0"/>
              <a:t> 80바 4531) - </a:t>
            </a:r>
            <a:r>
              <a:rPr dirty="0" err="1"/>
              <a:t>서구</a:t>
            </a:r>
            <a:r>
              <a:rPr dirty="0"/>
              <a:t> </a:t>
            </a:r>
            <a:r>
              <a:rPr dirty="0" err="1"/>
              <a:t>매립장</a:t>
            </a:r>
            <a:r>
              <a:rPr dirty="0"/>
              <a:t> </a:t>
            </a:r>
            <a:r>
              <a:rPr dirty="0" err="1"/>
              <a:t>하차</a:t>
            </a:r>
            <a:r>
              <a:rPr dirty="0"/>
              <a:t> </a:t>
            </a:r>
            <a:r>
              <a:rPr dirty="0" err="1"/>
              <a:t>대기</a:t>
            </a:r>
            <a:br>
              <a:rPr dirty="0"/>
            </a:br>
            <a:r>
              <a:rPr dirty="0"/>
              <a:t>•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위치</a:t>
            </a:r>
            <a:r>
              <a:rPr dirty="0"/>
              <a:t>(5초 </a:t>
            </a:r>
            <a:r>
              <a:rPr dirty="0" err="1"/>
              <a:t>주기</a:t>
            </a:r>
            <a:r>
              <a:rPr dirty="0"/>
              <a:t> GPS </a:t>
            </a:r>
            <a:r>
              <a:rPr dirty="0" err="1"/>
              <a:t>리프레시</a:t>
            </a:r>
            <a:r>
              <a:rPr dirty="0"/>
              <a:t>) </a:t>
            </a:r>
            <a:r>
              <a:rPr dirty="0" err="1"/>
              <a:t>시각화</a:t>
            </a:r>
            <a:r>
              <a:rPr dirty="0"/>
              <a:t> </a:t>
            </a:r>
            <a:r>
              <a:rPr dirty="0" err="1"/>
              <a:t>마킹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949440" y="1645920"/>
            <a:ext cx="21945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소속 차량 실시간 오더 현황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011680"/>
            <a:ext cx="2194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0" y="2057400"/>
            <a:ext cx="201168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강감찬</a:t>
            </a:r>
            <a:r>
              <a:rPr dirty="0"/>
              <a:t> | </a:t>
            </a:r>
            <a:r>
              <a:rPr dirty="0" err="1"/>
              <a:t>경기</a:t>
            </a:r>
            <a:r>
              <a:rPr dirty="0"/>
              <a:t> 82자</a:t>
            </a:r>
            <a:br>
              <a:rPr dirty="0"/>
            </a:br>
            <a:r>
              <a:rPr dirty="0" err="1"/>
              <a:t>상태</a:t>
            </a:r>
            <a:r>
              <a:rPr dirty="0"/>
              <a:t>: [ DRIVING ] (</a:t>
            </a:r>
            <a:r>
              <a:rPr dirty="0" err="1"/>
              <a:t>주행</a:t>
            </a:r>
            <a:r>
              <a:rPr dirty="0"/>
              <a:t>)</a:t>
            </a:r>
            <a:br>
              <a:rPr dirty="0"/>
            </a:br>
            <a:r>
              <a:rPr dirty="0" err="1"/>
              <a:t>금일</a:t>
            </a:r>
            <a:r>
              <a:rPr dirty="0"/>
              <a:t> </a:t>
            </a:r>
            <a:r>
              <a:rPr dirty="0" err="1"/>
              <a:t>회송</a:t>
            </a:r>
            <a:r>
              <a:rPr dirty="0"/>
              <a:t>: 4/10 회</a:t>
            </a:r>
            <a:br>
              <a:rPr dirty="0"/>
            </a:br>
            <a:r>
              <a:rPr dirty="0" err="1"/>
              <a:t>예정</a:t>
            </a:r>
            <a:r>
              <a:rPr dirty="0"/>
              <a:t> </a:t>
            </a:r>
            <a:r>
              <a:rPr dirty="0" err="1"/>
              <a:t>노선</a:t>
            </a:r>
            <a:r>
              <a:rPr dirty="0"/>
              <a:t>: </a:t>
            </a:r>
            <a:r>
              <a:rPr dirty="0" err="1"/>
              <a:t>송도</a:t>
            </a:r>
            <a:r>
              <a:rPr dirty="0"/>
              <a:t> A ➔ </a:t>
            </a:r>
            <a:r>
              <a:rPr dirty="0" err="1"/>
              <a:t>남항</a:t>
            </a:r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6949440" y="3291840"/>
            <a:ext cx="2194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0" y="3337560"/>
            <a:ext cx="201168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홍길동</a:t>
            </a:r>
            <a:r>
              <a:rPr dirty="0"/>
              <a:t> | </a:t>
            </a:r>
            <a:r>
              <a:rPr dirty="0" err="1"/>
              <a:t>인천</a:t>
            </a:r>
            <a:r>
              <a:rPr dirty="0"/>
              <a:t> 80바</a:t>
            </a:r>
            <a:br>
              <a:rPr dirty="0"/>
            </a:br>
            <a:r>
              <a:rPr dirty="0" err="1"/>
              <a:t>상태</a:t>
            </a:r>
            <a:r>
              <a:rPr dirty="0"/>
              <a:t>: [ ARRIVED ] (</a:t>
            </a:r>
            <a:r>
              <a:rPr dirty="0" err="1"/>
              <a:t>하차지</a:t>
            </a:r>
            <a:r>
              <a:rPr dirty="0"/>
              <a:t>)</a:t>
            </a:r>
            <a:br>
              <a:rPr dirty="0"/>
            </a:br>
            <a:r>
              <a:rPr dirty="0" err="1"/>
              <a:t>금일</a:t>
            </a:r>
            <a:r>
              <a:rPr dirty="0"/>
              <a:t> </a:t>
            </a:r>
            <a:r>
              <a:rPr dirty="0" err="1"/>
              <a:t>회송</a:t>
            </a:r>
            <a:r>
              <a:rPr dirty="0"/>
              <a:t>: 6/8 회</a:t>
            </a:r>
            <a:br>
              <a:rPr dirty="0"/>
            </a:b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위치</a:t>
            </a:r>
            <a:r>
              <a:rPr dirty="0"/>
              <a:t>: </a:t>
            </a:r>
            <a:r>
              <a:rPr dirty="0" err="1"/>
              <a:t>인천남항</a:t>
            </a:r>
            <a:r>
              <a:rPr dirty="0"/>
              <a:t> </a:t>
            </a:r>
            <a:r>
              <a:rPr dirty="0" err="1"/>
              <a:t>게이트</a:t>
            </a:r>
            <a:r>
              <a:rPr dirty="0"/>
              <a:t> </a:t>
            </a:r>
            <a:r>
              <a:rPr dirty="0" err="1"/>
              <a:t>통과</a:t>
            </a:r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6949440" y="4663440"/>
            <a:ext cx="219456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소속 차량 및 기사들이 현재 수행하고 있는 전체 운송 배차 주문 노선 모니터링</a:t>
            </a:r>
            <a:br/>
            <a:r>
              <a:t>2. 기사별 금일 목표 회송량 진척 상태 및 운행 중 이상 대기 지연 체크</a:t>
            </a:r>
            <a:br/>
            <a:br/>
            <a:r>
              <a:t>■ 화면 주요 구성 요소 (Main UI Components)</a:t>
            </a:r>
            <a:br/>
            <a:r>
              <a:t>1. 소속 트럭 맵 트래커: 담당 차량의 이동 패스 GPS 실시간 시각화 컴포넌트</a:t>
            </a:r>
            <a:br/>
            <a:r>
              <a:t>2. 운행 진척도 현황 보드: 소속 드라이버의 금일 누적 운송량 및 상태값 모니터 패널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760</Words>
  <Application>Microsoft Office PowerPoint</Application>
  <PresentationFormat>사용자 지정</PresentationFormat>
  <Paragraphs>45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uhong ryu</cp:lastModifiedBy>
  <cp:revision>3</cp:revision>
  <dcterms:created xsi:type="dcterms:W3CDTF">2013-01-27T09:14:16Z</dcterms:created>
  <dcterms:modified xsi:type="dcterms:W3CDTF">2026-06-05T14:24:12Z</dcterms:modified>
  <cp:category/>
</cp:coreProperties>
</file>