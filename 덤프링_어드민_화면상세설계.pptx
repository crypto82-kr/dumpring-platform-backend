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t>덤프링 (Dumpring)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t>07. 플랫폼 어드민 (Admin) 웹 화면 상세설계서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686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D97706"/>
                </a:solidFill>
                <a:latin typeface="Malgun Gothic"/>
              </a:defRPr>
            </a:pPr>
            <a:r>
              <a:t>최종 테마: 라이트 머스터드 옐로우 (Light Mustard Yellow)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01. 플랫폼 종합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플랫폼의 실시간 핵심 매칭/거래 지표를 한눈에 관제하는 메인 대시보드</a:t>
            </a:r>
            <a:br/>
            <a:r>
              <a:t>- 심사 대기 및 분쟁 미해결 건을 상단에 노출하여 즉각적 조치 유도</a:t>
            </a:r>
            <a:br/>
            <a:br/>
            <a:r>
              <a:t>■ 주요 UI 구성</a:t>
            </a:r>
            <a:br/>
            <a:r>
              <a:t>1. 상단 지표 카드:</a:t>
            </a:r>
            <a:br/>
            <a:r>
              <a:t>   - 실시간 활성 오더: 42건 (머스터드)</a:t>
            </a:r>
            <a:br/>
            <a:r>
              <a:t>   - 가입 심사 대기 서류: 8건 (앰버)</a:t>
            </a:r>
            <a:br/>
            <a:r>
              <a:t>   - 미해결 분쟁: 3건 (적색 경고)</a:t>
            </a:r>
            <a:br/>
            <a:r>
              <a:t>2. 긴급 알림판:</a:t>
            </a:r>
            <a:br/>
            <a:r>
              <a:t>   - 반입 거부로 인한 기사 이의제기 실시간 경고 메시지 배너 표시</a:t>
            </a:r>
            <a:br/>
            <a:r>
              <a:t>3. 일일 배차 매칭 트렌드 차트 위젯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6858000" cy="475488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914400"/>
            <a:ext cx="68580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8755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016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1463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554480"/>
            <a:ext cx="14630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6276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848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992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45920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실시간 활성 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42 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645920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심사 대기 서류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745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8 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645920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미해결 분쟁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8745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3 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56032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65176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🚨 긴급 알림: 티켓 #2043 분쟁 접수 (김덤프 기사 ➔ 영종 사토장)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07792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반입 거부 사유: 뻘흙 의심 판정  |  기사 주장: 양질의 마사토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474720"/>
            <a:ext cx="4572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566160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일일 배차 매칭 추이 (통계)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4206240"/>
            <a:ext cx="320040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80" y="4023360"/>
            <a:ext cx="137160" cy="137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3840480"/>
            <a:ext cx="137160" cy="1371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02. 가입 서류 심사 콘솔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기사/차주/지주가 업로드한 회원정보 및 서류 파일의 무결성 검증</a:t>
            </a:r>
            <a:br/>
            <a:r>
              <a:t>- 서류 불일치 시 상세 사유를 입력하여 반려 통보 (SMS로 자동 발송)</a:t>
            </a:r>
            <a:br/>
            <a:br/>
            <a:r>
              <a:t>■ 주요 UI 구성</a:t>
            </a:r>
            <a:br/>
            <a:r>
              <a:t>1. 좌측 신청 큐:</a:t>
            </a:r>
            <a:br/>
            <a:r>
              <a:t>   - '이차주 (차주) | 신청일: 06.05' 대기 목록 표</a:t>
            </a:r>
            <a:br/>
            <a:r>
              <a:t>2. 중앙 서류 이미지 뷰어:</a:t>
            </a:r>
            <a:br/>
            <a:r>
              <a:t>   - 사업자등록증 이미지 영역 가상 시뮬레이션 및 데이터 매핑 검증</a:t>
            </a:r>
            <a:br/>
            <a:r>
              <a:t>3. [가입 승인] 및 [심사 반려] 최종 처리 액션 버튼 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6858000" cy="475488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914400"/>
            <a:ext cx="68580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8755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016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1463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276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011680"/>
            <a:ext cx="14630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848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992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63040"/>
            <a:ext cx="1645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심사 대기 큐 (8)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20240"/>
            <a:ext cx="16459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이차주 (차주)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12848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신청일: 2026.06.05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5603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김기사 (기사)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46304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가입 신청 상세 정보 (차주)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874520"/>
            <a:ext cx="1005840" cy="2560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834640"/>
            <a:ext cx="8229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[사업자등록증 이미지 뷰어 영역]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874520"/>
            <a:ext cx="1828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965960"/>
            <a:ext cx="164592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입력 정보</a:t>
            </a:r>
            <a:br/>
            <a:br/>
            <a:r>
              <a:t>• 이름: 이차주</a:t>
            </a:r>
            <a:br/>
            <a:r>
              <a:t>• 상호: (주)대박물류</a:t>
            </a:r>
            <a:br/>
            <a:r>
              <a:t>• 등록번호:</a:t>
            </a:r>
            <a:br/>
            <a:r>
              <a:t>  123-45-67890</a:t>
            </a:r>
            <a:br/>
            <a:r>
              <a:t>• 연락처:</a:t>
            </a:r>
            <a:br/>
            <a:r>
              <a:t>  010-9999-8888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66344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반려 사유: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57200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62686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사업자번호 오기입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27080" y="4572000"/>
            <a:ext cx="822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27080" y="4645152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승인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41479" y="4572000"/>
            <a:ext cx="8229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41479" y="4645152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반려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03. 실시간 배차 제어 및 개입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특정 공사현장의 매칭율이 극도로 저조하거나 긴급 지시가 있을 때 어드민 권한으로 개입</a:t>
            </a:r>
            <a:br/>
            <a:r>
              <a:t>- 인근 공차 상태의 기사 정보를 자동 조회하여 1:1로 직접 강제 강제 지정을 하거나 콜 취소 처리</a:t>
            </a:r>
            <a:br/>
            <a:br/>
            <a:r>
              <a:t>■ 주요 UI 구성</a:t>
            </a:r>
            <a:br/>
            <a:r>
              <a:t>1. 오더 매칭 모니터링 테이블:</a:t>
            </a:r>
            <a:br/>
            <a:r>
              <a:t>   - 오더명, 요청 대수, 미배차 대수, 경과 시간 출력</a:t>
            </a:r>
            <a:br/>
            <a:r>
              <a:t>2. [배차 개입] 레이어 팝업 위젯:</a:t>
            </a:r>
            <a:br/>
            <a:r>
              <a:t>   - '강제 배차 지정 기사 검색' 필드</a:t>
            </a:r>
            <a:br/>
            <a:r>
              <a:t>   - 추천 리스트: '김기사 (25톤, 1.2km 전방)' 및 수동 강제 배차 지정 실행 버튼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6858000" cy="475488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914400"/>
            <a:ext cx="68580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8755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016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1463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276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848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468880"/>
            <a:ext cx="14630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992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미배차 및 매칭 지연 오더 현황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4754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448056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현장 오더명            단가        매칭현황    대기시간    조작</a:t>
            </a:r>
            <a:br/>
            <a:r>
              <a:t>------------------------------------------------------------------</a:t>
            </a:r>
            <a:br/>
            <a:r>
              <a:t>송도 1공구 아파트      150,000원   2대/10대    45분        [개입하기]</a:t>
            </a:r>
            <a:br/>
            <a:r>
              <a:t>영종도 공항 3공구      120,000원   1대/5대     30분        [개입하기]</a:t>
            </a:r>
            <a:br/>
            <a:r>
              <a:t>인천 신항 매립지       130,000원   5대/5대     완료        [관제확인]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291840"/>
            <a:ext cx="3657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291840"/>
            <a:ext cx="36576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33756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🚨 배차 강제 개입 콘솔 - 송도 1공구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70332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인근 공차 대기 기사 검색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023360"/>
            <a:ext cx="3291840" cy="594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0690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김기사 (25톤 덤프)  |  현재 대기 위치: 송도 2교 인근 (1.2km 전방)</a:t>
            </a:r>
            <a:br/>
            <a:r>
              <a:t>연락처: 010-8888-7777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4754880"/>
            <a:ext cx="14630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8280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강제 배차 지정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04. 분쟁 조정 센터 (GPS 중재)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주요 기능</a:t>
            </a:r>
            <a:br/>
            <a:r>
              <a:t>- 하차지 도착 후 토사 부적합 등으로 반입 거부(회차) 시 정산 이견 조정</a:t>
            </a:r>
            <a:br/>
            <a:r>
              <a:t>- 운행 기사의 백그라운드 GPS 위치 데이터 궤적 분석을 통해 진위 판정</a:t>
            </a:r>
            <a:br/>
            <a:r>
              <a:t>- 정상 주행으로 판단될 시 70% 직권 정산 처리(SETTLE_ADJUSTED)</a:t>
            </a:r>
            <a:br/>
            <a:br/>
            <a:r>
              <a:t>■ 주요 UI 구성</a:t>
            </a:r>
            <a:br/>
            <a:r>
              <a:t>1. 분쟁 전표 요약:</a:t>
            </a:r>
            <a:br/>
            <a:r>
              <a:t>   - 티켓 번호, 기사명, 하차지명, 거부 사유 텍스트 명시</a:t>
            </a:r>
            <a:br/>
            <a:r>
              <a:t>2. GPS 주행 분석 맵:</a:t>
            </a:r>
            <a:br/>
            <a:r>
              <a:t>   - 출발지 ➔ 도착지 게이트 진입 ➔ 회차선 등 차량 궤적 시각화</a:t>
            </a:r>
            <a:br/>
            <a:r>
              <a:t>3. [70% 직권정산 승인] 및 [미지급 반려 회차] 액션 단추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6858000" cy="4754880"/>
          </a:xfrm>
          <a:prstGeom prst="roundRect">
            <a:avLst/>
          </a:prstGeom>
          <a:solidFill>
            <a:srgbClr val="F9F8F6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914400"/>
            <a:ext cx="68580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8755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Malgun Gothic"/>
              </a:defRPr>
            </a:pPr>
            <a:r>
              <a:t>덤프링 통합 어드민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016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1463040" cy="4251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276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848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420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2926080"/>
            <a:ext cx="14630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999232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6304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468880"/>
            <a:ext cx="2743200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291840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468880"/>
            <a:ext cx="1828800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291840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663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5074920"/>
            <a:ext cx="2103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148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5074920"/>
            <a:ext cx="2011680" cy="4114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5148072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