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DUMPRING DROP-OFF MANAGER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Malgun Gothic"/>
              </a:defRPr>
            </a:pPr>
            <a:r>
              <a:t>하차지관리자(ROLE_DROP_OFF_MANAGER) 화면설계서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4B5563"/>
                </a:solidFill>
                <a:latin typeface="Malgun Gothic"/>
              </a:defRPr>
            </a:pPr>
            <a:r>
              <a:t>[대시보드, 하차지 등록/관리, 반입 배차 관리, 하차지별 지도 모니터링, 정산 조회]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0">
                <a:solidFill>
                  <a:srgbClr val="4B5563"/>
                </a:solidFill>
                <a:latin typeface="Malgun Gothic"/>
              </a:defRPr>
            </a:pPr>
            <a:r>
              <a:t>2026. 06. 05  |  덤프링 UI/UX 기획본부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1. </a:t>
            </a:r>
            <a:r>
              <a:rPr dirty="0" err="1"/>
              <a:t>하차지관리자</a:t>
            </a:r>
            <a:r>
              <a:rPr dirty="0"/>
              <a:t> -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[DRP-DSH-01]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정산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1691640"/>
            <a:ext cx="19202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운영 중인 하차지 수</a:t>
            </a:r>
            <a:br/>
            <a:br/>
            <a:r>
              <a:t>3 개 사토장 활성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64592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1691640"/>
            <a:ext cx="19202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금일 반입 완료 덤프</a:t>
            </a:r>
            <a:br/>
            <a:br/>
            <a:r>
              <a:t>94 회 (반입 대기: 6대)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64592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1691640"/>
            <a:ext cx="2011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금일 누적 반입 정산</a:t>
            </a:r>
            <a:br/>
            <a:br/>
            <a:r>
              <a:t>₩ 4,230,000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743200"/>
            <a:ext cx="6766560" cy="329184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60320" y="2926080"/>
            <a:ext cx="640080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[담당 하차지(사토장) 위치 및 실시간 대기 현황 지도]</a:t>
            </a:r>
            <a:br/>
            <a:br/>
            <a:r>
              <a:t>- 지도 위 사토장별 마커 표시 (A사토장, B매립장)</a:t>
            </a:r>
            <a:br/>
            <a:r>
              <a:t>- 진입로 대기 줄(Queue) 및 현재 하차 중인 덤프 트럭 정보 표시</a:t>
            </a:r>
            <a:br/>
            <a:r>
              <a:t>- 평균 하차 소요 시간: 8분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담당 하차지(사토장)들의 실시간 운영 상태, 금일 반입량(회송), 정산액 통계 제공</a:t>
            </a:r>
            <a:br/>
            <a:r>
              <a:t>2. 하차지별 혼잡도 및 진입 대기 차량 실시간 집계 맵 뷰</a:t>
            </a:r>
            <a:br/>
            <a:br/>
            <a:r>
              <a:t>■ 화면 주요 구성 요소 (Main UI Components)</a:t>
            </a:r>
            <a:br/>
            <a:r>
              <a:t>1. 실시간 요약 통계판: 활성 하차지수, 오늘 총 반입수, 누적 정산금 표기</a:t>
            </a:r>
            <a:br/>
            <a:r>
              <a:t>2. 하차지 관제 맵: 사토장 위치별 가동 현황 및 게이트 진입 대기열 정보 시각화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2. 하차지관리자 - 하차지 관리 (목록, 검색, 등록, 상세, 수정, 삭제) [DRP-MNG-01]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정산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737360"/>
            <a:ext cx="4572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하차지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: [ </a:t>
            </a:r>
            <a:r>
              <a:rPr dirty="0" err="1"/>
              <a:t>사토장명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] ➔ [</a:t>
            </a:r>
            <a:r>
              <a:rPr dirty="0" err="1"/>
              <a:t>검색</a:t>
            </a:r>
            <a:r>
              <a:rPr dirty="0"/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737360"/>
            <a:ext cx="10972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1810512"/>
            <a:ext cx="109728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+ 하차지 등록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468880"/>
            <a:ext cx="384048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514600"/>
            <a:ext cx="3657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하차지명 | 주소 | 수용가능톤수 | 잔여용량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88036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인천남항 사토장 B | 인천 중구 | 25.5톤 가능 | 12,500 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42900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7472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t>서구 오류동 매립지 C | 인천 서구 | 15톤 가능 | 8,200 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560320"/>
            <a:ext cx="2468880" cy="32918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[ 하차지 세부 정보 수정/등록 ]</a:t>
            </a:r>
            <a:br/>
            <a:br/>
            <a:r>
              <a:t>• 하차지명: 인천남항 사토장 B</a:t>
            </a:r>
            <a:br/>
            <a:r>
              <a:t>• 주소: 인천 중구 항동7가 85-3</a:t>
            </a:r>
            <a:br/>
            <a:r>
              <a:t>• 수용가능 덤프 규격: [ 25.5톤 이하 ▼ ]</a:t>
            </a:r>
            <a:br/>
            <a:r>
              <a:t>• 잔여 사토 매립 용량: 12,500 ㎥</a:t>
            </a:r>
            <a:br/>
            <a:r>
              <a:t>• 일일 최대 반입량: 150 대</a:t>
            </a:r>
            <a:br/>
            <a:r>
              <a:t>• 반입 차단 상태: [ 자동 차단 해제 / 차단 활성 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94960"/>
            <a:ext cx="11887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5394960"/>
            <a:ext cx="11887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하차지 삭제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사토장(하차지) 정보 등록(주소, 허용 톤수), 잔여 매립가능 입방미터(㎥) 정보 수정 및 관리</a:t>
            </a:r>
            <a:br/>
            <a:r>
              <a:t>2. 하차지 한도 초과 시 배차 신청 자동 차단 및 상태 변경 제어</a:t>
            </a:r>
            <a:br/>
            <a:br/>
            <a:r>
              <a:t>■ 화면 주요 구성 요소 (Main UI Components)</a:t>
            </a:r>
            <a:br/>
            <a:r>
              <a:t>1. 신규 등록 폼 모달: 위경도 기반 주소 검색 및 수용 제한 저장</a:t>
            </a:r>
            <a:br/>
            <a:r>
              <a:t>2. 좌측 목록 뷰: 담당 하차지의 잔여 용량 백분율(%) 표기 그리드</a:t>
            </a:r>
            <a:br/>
            <a:r>
              <a:t>3. 우측 제어 패널: 잔여 용량 필드 편집기 및 긴급 임시 차단 토글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3. </a:t>
            </a:r>
            <a:r>
              <a:rPr dirty="0" err="1"/>
              <a:t>하차지관리자</a:t>
            </a:r>
            <a:r>
              <a:rPr dirty="0"/>
              <a:t> -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(</a:t>
            </a:r>
            <a:r>
              <a:rPr dirty="0" err="1"/>
              <a:t>목록</a:t>
            </a:r>
            <a:r>
              <a:rPr dirty="0"/>
              <a:t>, </a:t>
            </a:r>
            <a:r>
              <a:rPr dirty="0" err="1"/>
              <a:t>검색</a:t>
            </a:r>
            <a:r>
              <a:rPr dirty="0"/>
              <a:t>, </a:t>
            </a:r>
            <a:r>
              <a:rPr dirty="0" err="1"/>
              <a:t>등록</a:t>
            </a:r>
            <a:r>
              <a:rPr dirty="0"/>
              <a:t>,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수정</a:t>
            </a:r>
            <a:r>
              <a:rPr dirty="0"/>
              <a:t>, </a:t>
            </a:r>
            <a:r>
              <a:rPr dirty="0" err="1"/>
              <a:t>삭제</a:t>
            </a:r>
            <a:r>
              <a:rPr dirty="0"/>
              <a:t>) [DRP-DSP-01]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정산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645920"/>
            <a:ext cx="3474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하차지 등록 운반 배차 목록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1920240"/>
            <a:ext cx="347472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1965960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하차지명 | 사토여부 | 토사종류 | 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28600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304288"/>
            <a:ext cx="32918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인천남항</a:t>
            </a:r>
            <a:r>
              <a:rPr dirty="0"/>
              <a:t> B | </a:t>
            </a:r>
            <a:r>
              <a:rPr lang="ko-KR" altLang="en-US" dirty="0"/>
              <a:t>무료 </a:t>
            </a:r>
            <a:r>
              <a:rPr dirty="0"/>
              <a:t> |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| </a:t>
            </a:r>
            <a:r>
              <a:rPr dirty="0" err="1"/>
              <a:t>매칭중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2377440" y="2926080"/>
            <a:ext cx="3474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2944368"/>
            <a:ext cx="329184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인천남항</a:t>
            </a:r>
            <a:r>
              <a:rPr dirty="0"/>
              <a:t> B | </a:t>
            </a:r>
            <a:r>
              <a:rPr lang="ko-KR" altLang="en-US" dirty="0"/>
              <a:t>구매</a:t>
            </a:r>
            <a:r>
              <a:rPr dirty="0"/>
              <a:t> | </a:t>
            </a:r>
            <a:r>
              <a:rPr dirty="0" err="1"/>
              <a:t>암사토</a:t>
            </a:r>
            <a:r>
              <a:rPr dirty="0"/>
              <a:t> (돌) |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035040" y="1645920"/>
            <a:ext cx="3108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1">
                <a:solidFill>
                  <a:srgbClr val="1F2937"/>
                </a:solidFill>
                <a:latin typeface="Malgun Gothic"/>
              </a:defRPr>
            </a:pPr>
            <a:r>
              <a:t>[ 배차 운반 허용 등록 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1031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t>대상 하차지: [ 인천남항 사토장 B ▼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651760"/>
            <a:ext cx="274320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rPr lang="ko-KR" altLang="en-US" dirty="0"/>
              <a:t>거래 타입</a:t>
            </a: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6268212" y="2907792"/>
            <a:ext cx="1280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2971800"/>
            <a:ext cx="128016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</a:t>
            </a:r>
            <a:r>
              <a:rPr lang="en-US" dirty="0"/>
              <a:t> </a:t>
            </a:r>
            <a:r>
              <a:rPr lang="ko-KR" altLang="en-US" dirty="0"/>
              <a:t>구매  □ 무료</a:t>
            </a:r>
          </a:p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7680960" y="292608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2971800"/>
            <a:ext cx="1280160" cy="1600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algun Gothic"/>
              </a:defRPr>
            </a:pPr>
            <a:r>
              <a:rPr dirty="0"/>
              <a:t>□</a:t>
            </a:r>
            <a:r>
              <a:rPr lang="en-US" dirty="0"/>
              <a:t> </a:t>
            </a:r>
            <a:r>
              <a:rPr lang="ko-KR" altLang="en-US" dirty="0"/>
              <a:t>판매</a:t>
            </a:r>
            <a:endParaRPr dirty="0"/>
          </a:p>
        </p:txBody>
      </p:sp>
      <p:sp>
        <p:nvSpPr>
          <p:cNvPr id="34" name="Rectangle 33"/>
          <p:cNvSpPr/>
          <p:nvPr/>
        </p:nvSpPr>
        <p:spPr>
          <a:xfrm>
            <a:off x="6217920" y="3474720"/>
            <a:ext cx="27432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520439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0">
                <a:solidFill>
                  <a:srgbClr val="1F2937"/>
                </a:solidFill>
                <a:latin typeface="Malgun Gothic"/>
              </a:defRPr>
            </a:pP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토사종류</a:t>
            </a:r>
            <a:r>
              <a:rPr dirty="0"/>
              <a:t>: [ </a:t>
            </a:r>
            <a:r>
              <a:rPr dirty="0" err="1"/>
              <a:t>일반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(</a:t>
            </a:r>
            <a:r>
              <a:rPr dirty="0" err="1"/>
              <a:t>일반</a:t>
            </a:r>
            <a:r>
              <a:rPr dirty="0"/>
              <a:t> 흙) ▼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947062"/>
            <a:ext cx="2743200" cy="135645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8212" y="4048297"/>
            <a:ext cx="2560320" cy="11887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4B5563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조건</a:t>
            </a:r>
            <a:br>
              <a:rPr dirty="0"/>
            </a:br>
            <a:r>
              <a:rPr dirty="0"/>
              <a:t>- </a:t>
            </a:r>
            <a:r>
              <a:rPr dirty="0" err="1"/>
              <a:t>암석</a:t>
            </a:r>
            <a:r>
              <a:rPr dirty="0"/>
              <a:t> 20%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함유</a:t>
            </a:r>
            <a:r>
              <a:rPr dirty="0"/>
              <a:t> 시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거부</a:t>
            </a:r>
            <a:br>
              <a:rPr dirty="0"/>
            </a:br>
            <a:r>
              <a:rPr dirty="0"/>
              <a:t>- </a:t>
            </a:r>
            <a:r>
              <a:rPr dirty="0" err="1"/>
              <a:t>산업폐기물</a:t>
            </a:r>
            <a:r>
              <a:rPr dirty="0"/>
              <a:t> </a:t>
            </a:r>
            <a:r>
              <a:rPr dirty="0" err="1"/>
              <a:t>혼합</a:t>
            </a:r>
            <a:r>
              <a:rPr dirty="0"/>
              <a:t> </a:t>
            </a:r>
            <a:r>
              <a:rPr dirty="0" err="1"/>
              <a:t>토사</a:t>
            </a:r>
            <a:r>
              <a:rPr dirty="0"/>
              <a:t> </a:t>
            </a:r>
            <a:r>
              <a:rPr dirty="0" err="1"/>
              <a:t>적발</a:t>
            </a:r>
            <a:r>
              <a:rPr dirty="0"/>
              <a:t> 시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퇴출</a:t>
            </a:r>
            <a:r>
              <a:rPr dirty="0"/>
              <a:t> 및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패널</a:t>
            </a:r>
            <a:r>
              <a:rPr dirty="0"/>
              <a:t> </a:t>
            </a:r>
            <a:r>
              <a:rPr dirty="0" err="1"/>
              <a:t>경고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적재</a:t>
            </a:r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6217920" y="5486400"/>
            <a:ext cx="128016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553212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수정 저장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5486400"/>
            <a:ext cx="128016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0" y="5532120"/>
            <a:ext cx="12801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배차 중지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1463040"/>
            <a:ext cx="2103120" cy="17912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rPr dirty="0"/>
              <a:t>■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(Key Functions)</a:t>
            </a:r>
            <a:br>
              <a:rPr dirty="0"/>
            </a:br>
            <a:r>
              <a:rPr dirty="0"/>
              <a:t>1. </a:t>
            </a:r>
            <a:r>
              <a:rPr dirty="0" err="1"/>
              <a:t>하차지가</a:t>
            </a:r>
            <a:r>
              <a:rPr dirty="0"/>
              <a:t> </a:t>
            </a:r>
            <a:r>
              <a:rPr dirty="0" err="1"/>
              <a:t>주체가</a:t>
            </a:r>
            <a:r>
              <a:rPr dirty="0"/>
              <a:t> </a:t>
            </a:r>
            <a:r>
              <a:rPr dirty="0" err="1"/>
              <a:t>되어</a:t>
            </a:r>
            <a:r>
              <a:rPr dirty="0"/>
              <a:t> </a:t>
            </a:r>
            <a:r>
              <a:rPr dirty="0" err="1"/>
              <a:t>반입</a:t>
            </a:r>
            <a:r>
              <a:rPr dirty="0"/>
              <a:t> </a:t>
            </a:r>
            <a:r>
              <a:rPr dirty="0" err="1"/>
              <a:t>허용</a:t>
            </a:r>
            <a:r>
              <a:rPr dirty="0"/>
              <a:t> </a:t>
            </a:r>
            <a:r>
              <a:rPr dirty="0" err="1"/>
              <a:t>오더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(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사토장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, </a:t>
            </a:r>
            <a:r>
              <a:rPr lang="ko-KR" altLang="en-US" dirty="0"/>
              <a:t>거래 타입</a:t>
            </a:r>
            <a:r>
              <a:rPr dirty="0"/>
              <a:t> </a:t>
            </a:r>
            <a:r>
              <a:rPr dirty="0" err="1"/>
              <a:t>체크</a:t>
            </a:r>
            <a:r>
              <a:rPr dirty="0"/>
              <a:t>, </a:t>
            </a:r>
            <a:r>
              <a:rPr dirty="0" err="1"/>
              <a:t>토종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■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 (Main UI Components)</a:t>
            </a:r>
            <a:br>
              <a:rPr dirty="0"/>
            </a:br>
            <a:r>
              <a:rPr dirty="0"/>
              <a:t>1. </a:t>
            </a:r>
            <a:r>
              <a:rPr dirty="0" err="1"/>
              <a:t>좌측</a:t>
            </a:r>
            <a:r>
              <a:rPr dirty="0"/>
              <a:t> </a:t>
            </a:r>
            <a:r>
              <a:rPr dirty="0" err="1"/>
              <a:t>배차</a:t>
            </a:r>
            <a:r>
              <a:rPr dirty="0"/>
              <a:t> </a:t>
            </a:r>
            <a:r>
              <a:rPr dirty="0" err="1"/>
              <a:t>목록</a:t>
            </a:r>
            <a:r>
              <a:rPr dirty="0"/>
              <a:t>: </a:t>
            </a:r>
            <a:r>
              <a:rPr dirty="0" err="1"/>
              <a:t>등록된</a:t>
            </a:r>
            <a:r>
              <a:rPr dirty="0"/>
              <a:t> </a:t>
            </a:r>
            <a:r>
              <a:rPr dirty="0" err="1"/>
              <a:t>사토</a:t>
            </a:r>
            <a:r>
              <a:rPr dirty="0"/>
              <a:t> </a:t>
            </a:r>
            <a:r>
              <a:rPr dirty="0" err="1"/>
              <a:t>조건별</a:t>
            </a:r>
            <a:r>
              <a:rPr dirty="0"/>
              <a:t> </a:t>
            </a:r>
            <a:r>
              <a:rPr dirty="0" err="1"/>
              <a:t>매칭</a:t>
            </a:r>
            <a:r>
              <a:rPr dirty="0"/>
              <a:t> </a:t>
            </a:r>
            <a:r>
              <a:rPr dirty="0" err="1"/>
              <a:t>운행</a:t>
            </a:r>
            <a:r>
              <a:rPr dirty="0"/>
              <a:t> </a:t>
            </a:r>
            <a:r>
              <a:rPr dirty="0" err="1"/>
              <a:t>현황</a:t>
            </a:r>
            <a:r>
              <a:rPr dirty="0"/>
              <a:t> </a:t>
            </a:r>
            <a:r>
              <a:rPr dirty="0" err="1"/>
              <a:t>리스트</a:t>
            </a:r>
            <a:br>
              <a:rPr dirty="0"/>
            </a:br>
            <a:r>
              <a:rPr dirty="0"/>
              <a:t>2. </a:t>
            </a:r>
            <a:r>
              <a:rPr dirty="0" err="1"/>
              <a:t>우측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: </a:t>
            </a:r>
            <a:r>
              <a:rPr lang="ko-KR" altLang="en-US" dirty="0"/>
              <a:t>거래타입</a:t>
            </a:r>
            <a:r>
              <a:rPr dirty="0"/>
              <a:t> </a:t>
            </a:r>
            <a:r>
              <a:rPr dirty="0" err="1"/>
              <a:t>라디오버튼</a:t>
            </a:r>
            <a:r>
              <a:rPr dirty="0"/>
              <a:t> </a:t>
            </a:r>
            <a:r>
              <a:rPr dirty="0" err="1"/>
              <a:t>콤보</a:t>
            </a:r>
            <a:r>
              <a:rPr dirty="0"/>
              <a:t>, </a:t>
            </a:r>
            <a:r>
              <a:rPr dirty="0" err="1"/>
              <a:t>토사종류</a:t>
            </a:r>
            <a:r>
              <a:rPr dirty="0"/>
              <a:t>(</a:t>
            </a:r>
            <a:r>
              <a:rPr dirty="0" err="1"/>
              <a:t>사토</a:t>
            </a:r>
            <a:r>
              <a:rPr dirty="0"/>
              <a:t>/</a:t>
            </a:r>
            <a:r>
              <a:rPr dirty="0" err="1"/>
              <a:t>암석</a:t>
            </a:r>
            <a:r>
              <a:rPr dirty="0"/>
              <a:t>/</a:t>
            </a:r>
            <a:r>
              <a:rPr dirty="0" err="1"/>
              <a:t>점토</a:t>
            </a:r>
            <a:r>
              <a:rPr dirty="0"/>
              <a:t> 등) </a:t>
            </a:r>
            <a:r>
              <a:rPr dirty="0" err="1"/>
              <a:t>셀렉터</a:t>
            </a:r>
            <a:r>
              <a:rPr dirty="0"/>
              <a:t> </a:t>
            </a:r>
            <a:r>
              <a:rPr dirty="0" err="1"/>
              <a:t>컨트롤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4. 하차지관리자 - 하차지별 지도 기반 배차 현황 화면 [DRP-MON-01]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정산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4389120" cy="4389120"/>
          </a:xfrm>
          <a:prstGeom prst="rect">
            <a:avLst/>
          </a:prstGeom>
          <a:solidFill>
            <a:srgbClr val="DCE1E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828800"/>
            <a:ext cx="4023360" cy="4023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[ 하차지 진입 차량 GPS 위치추적 및 대기 관제 ]</a:t>
            </a:r>
            <a:br/>
            <a:br/>
            <a:r>
              <a:t>• 인천남항 사토장 기준 1km 반경 진입 차량 마커(🚚) 4대 식별</a:t>
            </a:r>
            <a:br/>
            <a:r>
              <a:t>• 게이트 지오펜싱(200m) 통과 시 자동으로 '진입 대기' 상태 전환</a:t>
            </a:r>
            <a:br/>
            <a:r>
              <a:t>• 진입 승인/반출 완료 즉시 티켓 정산 적재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64592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사토장 게이트 반입 승인 제어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01168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205740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인천 80바 4531 (25.5t)</a:t>
            </a:r>
            <a:br/>
            <a:r>
              <a:t>기사: 강감찬 | 토사: 사토</a:t>
            </a:r>
            <a:br/>
            <a:r>
              <a:t>상태: [ GATE PENDING ] (대기)</a:t>
            </a:r>
            <a:br/>
            <a:r>
              <a:t>※ 육안 확인 후 승인 단추 클릭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834640"/>
            <a:ext cx="2011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2852928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반입 확인 (정산 확정)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291840"/>
            <a:ext cx="21945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3337560"/>
            <a:ext cx="2011680" cy="10972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경기 82자 7732 (15t)</a:t>
            </a:r>
            <a:br/>
            <a:r>
              <a:t>기사: 임꺽정 | 토사: 자갈</a:t>
            </a:r>
            <a:br/>
            <a:r>
              <a:t>상태: [ COMPLETE ] (하차 완료)</a:t>
            </a:r>
            <a:br/>
            <a:r>
              <a:t>시간: 22:14 | 정산전송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특정 하차지 반경에 들어온 덤프트럭들의 접근 현황을 지도에서 모니터링</a:t>
            </a:r>
            <a:br/>
            <a:r>
              <a:t>2. 게이트 앞 실물 확인 후 수동으로 [반입 확인] 클릭 시 전자송장 확정 및 기사 수당 정산 큐 전송</a:t>
            </a:r>
            <a:br/>
            <a:br/>
            <a:r>
              <a:t>■ 화면 주요 구성 요소 (Main UI Components)</a:t>
            </a:r>
            <a:br/>
            <a:r>
              <a:t>1. 반입 실시간 맵: 하차지 중심 지오펜스 진입 상황 마커</a:t>
            </a:r>
            <a:br/>
            <a:r>
              <a:t>2. 게이트 승인 패널: 진입 대기 상태(`GATE_PENDING`) 차량들의 즉시 반입 확인/반려 액션 단추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000" b="1">
                <a:solidFill>
                  <a:srgbClr val="1F2937"/>
                </a:solidFill>
                <a:latin typeface="Malgun Gothic"/>
              </a:defRPr>
            </a:pPr>
            <a:r>
              <a:t>5. 하차지관리자 - 정산 관리 (목록, 검색, 상세) [DRP-SET-01]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96112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60704"/>
            <a:ext cx="89611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설계 (UI Mockup)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1005840"/>
            <a:ext cx="2313432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060704"/>
            <a:ext cx="231343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algun Gothic"/>
              </a:defRPr>
            </a:pPr>
            <a:r>
              <a:t>화면 설명 및 상세 기능 명세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005840"/>
            <a:ext cx="18288" cy="53035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8961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6459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190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하차지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4B5563"/>
                </a:solidFill>
                <a:latin typeface="Malgun Gothic"/>
              </a:defRPr>
            </a:pPr>
            <a:r>
              <a:t>배차 현황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16459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F2937"/>
                </a:solidFill>
                <a:latin typeface="Malgun Gothic"/>
              </a:defRPr>
            </a:pPr>
            <a:r>
              <a:t>정산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1645920"/>
            <a:ext cx="67665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1691640"/>
            <a:ext cx="6400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Malgun Gothic"/>
              </a:defRPr>
            </a:pPr>
            <a:r>
              <a:t>조회 조건: [ 인천남항 사토장 B ▼ ] | 기간: [ 2026.05.01 ~ 2026.05.31 ] ➔ [검색 버튼]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286000"/>
            <a:ext cx="6766560" cy="32004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60320" y="2331720"/>
            <a:ext cx="64008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1F2937"/>
                </a:solidFill>
                <a:latin typeface="Malgun Gothic"/>
              </a:defRPr>
            </a:pPr>
            <a:r>
              <a:t>반입일자 | 차량번호 | 기사명 | 토종분류 | 하차 요금 | 정산 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51760"/>
            <a:ext cx="6766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2761488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2026.06.05  |  인천 80바 4531  |  강감찬  |  일반사토  |  ₩ 45,000  |  확정완료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74320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278892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명세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200400"/>
            <a:ext cx="6766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60320" y="3310128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2026.06.05  |  경기 82자 7732  |  임꺽정  |  일반사토  |  ₩ 45,000  |  정산완료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29184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33756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명세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749040"/>
            <a:ext cx="6766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0320" y="3858768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2026.06.04  |  서울 12가 3456  |  홍길동  |  암사토  |  ₩ 60,000  |  확정완료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3840480"/>
            <a:ext cx="6400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3886200"/>
            <a:ext cx="6400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1F2937"/>
                </a:solidFill>
                <a:latin typeface="Malgun Gothic"/>
              </a:defRPr>
            </a:pPr>
            <a:r>
              <a:t>명세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114800"/>
            <a:ext cx="6766560" cy="19202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0320" y="4206240"/>
            <a:ext cx="6400800" cy="1737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Malgun Gothic"/>
              </a:defRPr>
            </a:pPr>
            <a:r>
              <a:t>[ 인천남항 사토장 B 금월 반입정산 실적 요약 ]</a:t>
            </a:r>
            <a:br/>
            <a:br/>
            <a:r>
              <a:t>• 총 반입 처리 대수: 94 대</a:t>
            </a:r>
            <a:br/>
            <a:r>
              <a:t>• 하차 발생 정산액 누적: ₩ 4,230,000</a:t>
            </a:r>
            <a:br/>
            <a:r>
              <a:t>• 정산 완료 건수: 90 건 / 보류 건수: 4 건 (토종 부적합 판정 보류)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1463040"/>
            <a:ext cx="2103120" cy="4572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Malgun Gothic"/>
              </a:defRPr>
            </a:pPr>
            <a:r>
              <a:t>■ 주요 기능 (Key Functions)</a:t>
            </a:r>
            <a:br/>
            <a:r>
              <a:t>1. 하차지별로 매입한 사토 반입 실적 및 차량별 반입 대금 확정 내역 조회</a:t>
            </a:r>
            <a:br/>
            <a:r>
              <a:t>2. 하차 송장(토사 사진 및 기사 서명 내역) 확인 및 분쟁 건 정산 보류 처리</a:t>
            </a:r>
            <a:br/>
            <a:br/>
            <a:r>
              <a:t>■ 화면 주요 구성 요소 (Main UI Components)</a:t>
            </a:r>
            <a:br/>
            <a:r>
              <a:t>1. 반입 필터: 하차지별, 연월일 설정 기능</a:t>
            </a:r>
            <a:br/>
            <a:r>
              <a:t>2. 반입 정산 내역 테이블: 차량별 요금 및 개별 매핑 전자송장 명세 연결 링크</a:t>
            </a:r>
            <a:br/>
            <a:r>
              <a:t>3. 정산 금액 집계판: 총 매입 사토 대금 및 보류 건 통계 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1260</Words>
  <Application>Microsoft Office PowerPoint</Application>
  <PresentationFormat>사용자 지정</PresentationFormat>
  <Paragraphs>88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uhong ryu</cp:lastModifiedBy>
  <cp:revision>6</cp:revision>
  <dcterms:created xsi:type="dcterms:W3CDTF">2013-01-27T09:14:16Z</dcterms:created>
  <dcterms:modified xsi:type="dcterms:W3CDTF">2026-06-05T14:08:24Z</dcterms:modified>
  <cp:category/>
</cp:coreProperties>
</file>