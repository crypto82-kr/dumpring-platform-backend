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011680"/>
            <a:ext cx="13716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920240"/>
            <a:ext cx="868680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4400" b="1">
                <a:solidFill>
                  <a:srgbClr val="1F2937"/>
                </a:solidFill>
                <a:latin typeface="Malgun Gothic"/>
              </a:defRPr>
            </a:pPr>
            <a:r>
              <a:t>덤프링 (Dumpring)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86868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800" b="1">
                <a:solidFill>
                  <a:srgbClr val="4B5563"/>
                </a:solidFill>
                <a:latin typeface="Malgun Gothic"/>
              </a:defRPr>
            </a:pPr>
            <a:r>
              <a:t>07. 플랫폼 어드민 (Admin) 웹 화면 상세설계서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749039"/>
            <a:ext cx="86868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D97706"/>
                </a:solidFill>
                <a:latin typeface="Malgun Gothic"/>
              </a:defRPr>
            </a:pPr>
            <a:r>
              <a:t>브라우저 헤더 간소화 및 그리드 레이아웃 최적화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303520"/>
            <a:ext cx="54864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4B5563"/>
                </a:solidFill>
                <a:latin typeface="Malgun Gothic"/>
              </a:defRPr>
            </a:pPr>
            <a:r>
              <a:t>작성일: 2026. 06. 05</a:t>
            </a:r>
            <a:br/>
            <a:r>
              <a:t>작성자: 덤프링 플랫폼 기획팀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01. 플랫폼 종합 관제 대시보드 (Admin Home)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■ 대시보드 주요 기능</a:t>
            </a:r>
            <a:br/>
            <a:r>
              <a:t>- 플랫폼 내 실시간 운송/매칭 핵심 지표를 통합 모니터링합니다.</a:t>
            </a:r>
            <a:br/>
            <a:r>
              <a:t>- 긴급 조치가 필요한 회원가입 심사 및 미해결 분쟁 알림을 최우선 배치합니다.</a:t>
            </a:r>
            <a:br/>
            <a:br/>
            <a:r>
              <a:t>■ UI 핵심 명세</a:t>
            </a:r>
            <a:br/>
            <a:r>
              <a:t>1. 활성 콜 카드:</a:t>
            </a:r>
            <a:br/>
            <a:r>
              <a:t>   - 현재 매칭 중이거나 주행 상태인 콜 42건 표시.</a:t>
            </a:r>
            <a:br/>
            <a:r>
              <a:t>2. 미해결 분쟁 카드:</a:t>
            </a:r>
            <a:br/>
            <a:r>
              <a:t>   - 하차지 거부로 유보된 긴급 건수를 빨간색으로 시각화.</a:t>
            </a:r>
            <a:br/>
            <a:r>
              <a:t>3. 실시간 긴급 경고 배너:</a:t>
            </a:r>
            <a:br/>
            <a:r>
              <a:t>   - 티켓 #2043 건의 뻘흙 거부 이의제기를 헤드라인 노출.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554480"/>
            <a:ext cx="8412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554480"/>
            <a:ext cx="164592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182880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9019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3591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회원 심사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8163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제어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2735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분쟁 조정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1737360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1828800"/>
            <a:ext cx="1737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실시간 활성 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2057400"/>
            <a:ext cx="1737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Malgun Gothic"/>
              </a:defRPr>
            </a:pPr>
            <a:r>
              <a:t>42 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737360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1828800"/>
            <a:ext cx="1737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심사 대기 서류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057400"/>
            <a:ext cx="1737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Malgun Gothic"/>
              </a:defRPr>
            </a:pPr>
            <a:r>
              <a:t>8 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1737360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1737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미해결 분쟁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057400"/>
            <a:ext cx="1737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F4444"/>
                </a:solidFill>
                <a:latin typeface="Malgun Gothic"/>
              </a:defRPr>
            </a:pPr>
            <a:r>
              <a:t>3 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2651760"/>
            <a:ext cx="64008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97480" y="2724912"/>
            <a:ext cx="61264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Malgun Gothic"/>
              </a:defRPr>
            </a:pPr>
            <a:r>
              <a:t>🚨 긴급 알림: 티켓 #2043 분쟁 접수 (김덤프 기사 ➔ 영종 사토장)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2971800"/>
            <a:ext cx="61264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4B5563"/>
                </a:solidFill>
                <a:latin typeface="Malgun Gothic"/>
              </a:defRPr>
            </a:pPr>
            <a:r>
              <a:t>반입 거부 사유: 뻘흙 의심 판정  |  기사 주장: 양질의 마사토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3429000"/>
            <a:ext cx="6400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80" y="3520440"/>
            <a:ext cx="61264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일일 배차 매칭 추이 (통계)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40" y="4251960"/>
            <a:ext cx="365760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89120" y="4069080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77840" y="3886200"/>
            <a:ext cx="109728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02. 가입 서류 심사 콘솔 (Member Review)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■ 회원 심사 주요 기능</a:t>
            </a:r>
            <a:br/>
            <a:r>
              <a:t>- 가입 신청 시 제출된 법적 서류 사본 이미지의 진위 대조 검토.</a:t>
            </a:r>
            <a:br/>
            <a:r>
              <a:t>- 반려 시, 입력한 반려 사유를 기반으로 가입 실패 SMS 발송.</a:t>
            </a:r>
            <a:br/>
            <a:br/>
            <a:r>
              <a:t>■ UI 핵심 명세</a:t>
            </a:r>
            <a:br/>
            <a:r>
              <a:t>1. 심사 대기 리스트:</a:t>
            </a:r>
            <a:br/>
            <a:r>
              <a:t>   - 가입 역할 및 상태를 나타내는 목록 카드 구성.</a:t>
            </a:r>
            <a:br/>
            <a:r>
              <a:t>2. 서류 뷰어:</a:t>
            </a:r>
            <a:br/>
            <a:r>
              <a:t>   - 면허증 또는 등록증 사본 검수 영역.</a:t>
            </a:r>
            <a:br/>
            <a:r>
              <a:t>3. [승인]/[반려] 버튼:</a:t>
            </a:r>
            <a:br/>
            <a:r>
              <a:t>   - 서류 대조 완료 후 승인 처리 및 기각 처리 액션 단추.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554480"/>
            <a:ext cx="8412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554480"/>
            <a:ext cx="164592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9019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대시보드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28600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3591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회원 심사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8163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제어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2735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분쟁 조정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1737360"/>
            <a:ext cx="20116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1810512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Malgun Gothic"/>
              </a:defRPr>
            </a:pPr>
            <a:r>
              <a:t>심사 대기 큐 (8)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2148840"/>
            <a:ext cx="201168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2194560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이차주 (차주)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2450592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4B5563"/>
                </a:solidFill>
                <a:latin typeface="Malgun Gothic"/>
              </a:defRPr>
            </a:pPr>
            <a:r>
              <a:t>신청일: 2026.06.05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78892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0" y="2834640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t>김기사 (기사)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1737360"/>
            <a:ext cx="4297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가입 신청 상세 정보 및 서류 대조 (차주)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2148840"/>
            <a:ext cx="2651760" cy="21945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3017520"/>
            <a:ext cx="246888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[제출 서류 사본 이미지 뷰어]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2148840"/>
            <a:ext cx="1554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60" y="2212848"/>
            <a:ext cx="1463040" cy="2011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1F2937"/>
                </a:solidFill>
                <a:latin typeface="Malgun Gothic"/>
              </a:defRPr>
            </a:pPr>
            <a:r>
              <a:t>■ 입력 정보</a:t>
            </a:r>
            <a:br/>
            <a:br/>
            <a:r>
              <a:t>• 이름: 이차주</a:t>
            </a:r>
            <a:br/>
            <a:r>
              <a:t>• 상호: 대박물류</a:t>
            </a:r>
            <a:br/>
            <a:r>
              <a:t>• 번호:</a:t>
            </a:r>
            <a:br/>
            <a:r>
              <a:t> 123-45-67890</a:t>
            </a:r>
            <a:br/>
            <a:r>
              <a:t>• 폰: 010-9999-8888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57200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50" b="0">
                <a:solidFill>
                  <a:srgbClr val="4B5563"/>
                </a:solidFill>
                <a:latin typeface="Malgun Gothic"/>
              </a:defRPr>
            </a:pPr>
            <a:r>
              <a:t>반려 사유: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94960" y="448056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0" y="4553712"/>
            <a:ext cx="14630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t>사업자번호 오류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4480560"/>
            <a:ext cx="73152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0" y="455371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승인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80" y="4480560"/>
            <a:ext cx="73152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80" y="455371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반려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03. 배차 강제 개입 및 실시간 콜 제어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■ 배차 개입 주요 기능</a:t>
            </a:r>
            <a:br/>
            <a:r>
              <a:t>- 오랜 대기 상태로 남아있는 운송 오더에 어드민 권한으로 수동 개입합니다.</a:t>
            </a:r>
            <a:br/>
            <a:r>
              <a:t>- 강제 배정 시 기사 단말기 팝업으로 즉각 통보됩니다.</a:t>
            </a:r>
            <a:br/>
            <a:br/>
            <a:r>
              <a:t>■ UI 핵심 명세</a:t>
            </a:r>
            <a:br/>
            <a:r>
              <a:t>1. 미매칭 현황판:</a:t>
            </a:r>
            <a:br/>
            <a:r>
              <a:t>   - 배차 지연 오더의 매칭률 및 대기시간 실시간 정렬 테이블.</a:t>
            </a:r>
            <a:br/>
            <a:r>
              <a:t>2. 개입 레이어 모달:</a:t>
            </a:r>
            <a:br/>
            <a:r>
              <a:t>   - 오더 클릭 시 인근 5km 이내 공차 대기 중인 덤프 트럭을 자동 검색하여 매칭 팝업 노출.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554480"/>
            <a:ext cx="8412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554480"/>
            <a:ext cx="164592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9019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대시보드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3591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회원 심사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74320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8163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배차 제어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2735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분쟁 조정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173736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매칭 지연 및 미배차 오더 현황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2057400"/>
            <a:ext cx="6400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2148840"/>
            <a:ext cx="612648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현장 오더명            단가        매칭현황    대기시간    조작</a:t>
            </a:r>
            <a:br/>
            <a:r>
              <a:t>------------------------------------------------------------------</a:t>
            </a:r>
            <a:br/>
            <a:r>
              <a:t>송도 1공구 아파트      150,000원   2대/10대    45분        [개입하기]</a:t>
            </a:r>
            <a:br/>
            <a:r>
              <a:t>영종도 공항 3공구      120,000원   1대/5대     30분        [개입하기]</a:t>
            </a:r>
            <a:br/>
            <a:r>
              <a:t>인천 신항 매립지       130,000원   5대/5대     완료        [관제확인]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3200400"/>
            <a:ext cx="53035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08960" y="3200400"/>
            <a:ext cx="530352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3246120"/>
            <a:ext cx="5029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🚨 배차 강제 개입 콘솔 - 송도 1공구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611880"/>
            <a:ext cx="49377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4B5563"/>
                </a:solidFill>
                <a:latin typeface="Malgun Gothic"/>
              </a:defRPr>
            </a:pPr>
            <a:r>
              <a:t>인근 공차 대기 기사 추천 목록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931920"/>
            <a:ext cx="4937760" cy="594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3977640"/>
            <a:ext cx="4663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김기사 (25톤 덤프)  |  대기 위치: 송도 2교 인근 (1.2km 전방)</a:t>
            </a:r>
            <a:br/>
            <a:r>
              <a:t>연락처: 010-8888-7777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457200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645152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강제 배차 지정 실행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04. 분쟁 조정 센터 (GPS 중재 및 직권 판정)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■ 분쟁 조정 주요 기능</a:t>
            </a:r>
            <a:br/>
            <a:r>
              <a:t>- 토질 불합격 회차 시, 정산 분쟁을 최종 중재합니다.</a:t>
            </a:r>
            <a:br/>
            <a:r>
              <a:t>- 차량의 GPS 역사 데이터를 추적하여 실제 하차지 진입 궤적 여부를 증명합니다.</a:t>
            </a:r>
            <a:br/>
            <a:br/>
            <a:r>
              <a:t>■ UI 핵심 명세</a:t>
            </a:r>
            <a:br/>
            <a:r>
              <a:t>1. 분쟁 이력 요약:</a:t>
            </a:r>
            <a:br/>
            <a:r>
              <a:t>   - 하차지 기각 사유와 기사의 이의 소명 텍스트.</a:t>
            </a:r>
            <a:br/>
            <a:r>
              <a:t>2. GPS 분석 맵:</a:t>
            </a:r>
            <a:br/>
            <a:r>
              <a:t>   - 실제 정상 주행을 하였는지 나타내는 궤적 표시판.</a:t>
            </a:r>
            <a:br/>
            <a:r>
              <a:t>3. [직권 정산] 단추:</a:t>
            </a:r>
            <a:br/>
            <a:r>
              <a:t>   - 70% 정산 명령(SETTLE_ADJUSTED) 적용 기능.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554480"/>
            <a:ext cx="8412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554480"/>
            <a:ext cx="164592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9019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대시보드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3591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회원 심사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8163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제어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0040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2735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분쟁 조정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1737360"/>
            <a:ext cx="6400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97480" y="1783080"/>
            <a:ext cx="61264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분쟁 관리 티켓 #2043 (김덤프 기사 ➔ 영종 사토장)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057400"/>
            <a:ext cx="612648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• 하차지 반려 사유: 뻘흙 유입 불가  |  • 기사 소명: 양질의 사토로 적합 주행 완료함</a:t>
            </a:r>
            <a:br/>
            <a:r>
              <a:t>• 소명 자료: 하차지 진입 인증 완료 (정상 주행 거리 18.2km)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2697480"/>
            <a:ext cx="4572000" cy="20116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0" y="3474720"/>
            <a:ext cx="45720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[실시간 수집 GPS 주행 궤적 지도 영역]</a:t>
            </a:r>
            <a:br/>
            <a:r>
              <a:t>상차지 ➔ 하차지 진입 ➔ 회차(정상 궤적 수집 완료)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2697480"/>
            <a:ext cx="1645920" cy="20116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3474720"/>
            <a:ext cx="16459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[현장 증빙</a:t>
            </a:r>
            <a:br/>
            <a:r>
              <a:t>뻘흙 사진 썸네일]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93776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Malgun Gothic"/>
              </a:defRPr>
            </a:pPr>
            <a:r>
              <a:t>직권 중재 판정 실행: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60" y="4846320"/>
            <a:ext cx="210312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0" y="4919472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70% 직권 정산 (Settle Adjusted)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846320"/>
            <a:ext cx="2103120" cy="4114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4919472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무단 회차 판정 (미지급)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