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t>덤프링 (Dumpring)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t>07. 플랫폼 어드민 (Admin) 웹 화면 상세설계서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686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D97706"/>
                </a:solidFill>
                <a:latin typeface="Malgun Gothic"/>
              </a:defRPr>
            </a:pPr>
            <a:r>
              <a:t>화면설계 및 기능 명세 테이블 통합형 레이아웃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01. 플랫폼 종합 관제 대시보드 (Admin Home)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대시보드 주요 기능</a:t>
            </a:r>
            <a:br/>
            <a:r>
              <a:t>- 플랫폼 내 실시간 운송/매칭 핵심 지표를 통합 모니터링합니다.</a:t>
            </a:r>
            <a:br/>
            <a:r>
              <a:t>- 긴급 조치가 필요한 회원가입 심사 및 미해결 분쟁 알림을 최우선 배치합니다.</a:t>
            </a:r>
            <a:br/>
            <a:br/>
            <a:r>
              <a:t>■ UI 핵심 명세</a:t>
            </a:r>
            <a:br/>
            <a:r>
              <a:t>1. 활성 콜 카드:</a:t>
            </a:r>
            <a:br/>
            <a:r>
              <a:t>   - 현재 매칭 중이거나 주행 상태인 콜 42건 표시.</a:t>
            </a:r>
            <a:br/>
            <a:r>
              <a:t>2. 미해결 분쟁 카드:</a:t>
            </a:r>
            <a:br/>
            <a:r>
              <a:t>   - 하차지 거부로 유보된 긴급 건수를 빨간색으로 시각화.</a:t>
            </a:r>
            <a:br/>
            <a:r>
              <a:t>3. 실시간 긴급 경고 배너:</a:t>
            </a:r>
            <a:br/>
            <a:r>
              <a:t>   - 티켓 #2043 건의 뻘흙 거부 이의제기를 헤드라인 노출.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841248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 콘솔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0240"/>
            <a:ext cx="81381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1645920" cy="4069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19456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677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249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1031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19456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실시간 활성 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42316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42 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1031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19456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심사 대기 서류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42316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8 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21031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19456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미해결 분쟁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42316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3 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017520"/>
            <a:ext cx="61264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090672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🚨 긴급 알림: 티켓 #2043 분쟁 접수 (김덤프 기사 ➔ 영종 사토장)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337560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Malgun Gothic"/>
              </a:defRPr>
            </a:pPr>
            <a:r>
              <a:t>반입 거부 사유: 뻘흙 의심 판정  |  기사 주장: 양질의 마사토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794760"/>
            <a:ext cx="6126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3886200"/>
            <a:ext cx="5852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일일 배차 매칭 추이 (통계)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4617720"/>
            <a:ext cx="36576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443484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0" y="4251960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02. 가입 서류 심사 콘솔 (Member Review)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회원 심사 주요 기능</a:t>
            </a:r>
            <a:br/>
            <a:r>
              <a:t>- 가입 신청 시 제출된 법적 서류 사본 이미지의 진위 대조 검토.</a:t>
            </a:r>
            <a:br/>
            <a:r>
              <a:t>- 반려 시, 입력한 반려 사유를 기반으로 가입 실패 SMS 발송.</a:t>
            </a:r>
            <a:br/>
            <a:br/>
            <a:r>
              <a:t>■ UI 핵심 명세</a:t>
            </a:r>
            <a:br/>
            <a:r>
              <a:t>1. 심사 대기 리스트:</a:t>
            </a:r>
            <a:br/>
            <a:r>
              <a:t>   - 가입 역할 및 상태를 나타내는 목록 카드 구성.</a:t>
            </a:r>
            <a:br/>
            <a:r>
              <a:t>2. 서류 뷰어:</a:t>
            </a:r>
            <a:br/>
            <a:r>
              <a:t>   - 면허증 또는 등록증 사본 검수 영역.</a:t>
            </a:r>
            <a:br/>
            <a:r>
              <a:t>3. [승인]/[반려] 버튼:</a:t>
            </a:r>
            <a:br/>
            <a:r>
              <a:t>   - 서류 대조 완료 후 승인 처리 및 기각 처리 액션 단추.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841248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 콘솔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0240"/>
            <a:ext cx="81381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1645920" cy="4069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677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65176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249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10312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17627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심사 대기 큐 (8)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514600"/>
            <a:ext cx="20116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56032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이차주 (차주)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81635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신청일: 2026.06.05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154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20040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김기사 (기사)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103120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가입 신청 상세 정보 및 서류 대조 (차주)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514600"/>
            <a:ext cx="237744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383280"/>
            <a:ext cx="2194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[제출 서류 사본 이미지 뷰어]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2514600"/>
            <a:ext cx="1554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578608"/>
            <a:ext cx="14630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■ 입력 정보</a:t>
            </a:r>
            <a:br/>
            <a:br/>
            <a:r>
              <a:t>• 이름: 이차주</a:t>
            </a:r>
            <a:br/>
            <a:r>
              <a:t>• 상호: 대박물류</a:t>
            </a:r>
            <a:br/>
            <a:r>
              <a:t>• 번호:</a:t>
            </a:r>
            <a:br/>
            <a:r>
              <a:t> 123-45-67890</a:t>
            </a:r>
            <a:br/>
            <a:r>
              <a:t>• 폰: 010-9999-8888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9377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>
                <a:solidFill>
                  <a:srgbClr val="4B5563"/>
                </a:solidFill>
                <a:latin typeface="Malgun Gothic"/>
              </a:defRPr>
            </a:pPr>
            <a:r>
              <a:t>반려 사유: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48463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491947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사업자번호 오류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4846320"/>
            <a:ext cx="73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491947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846320"/>
            <a:ext cx="73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491947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반려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03. 배차 강제 개입 및 실시간 콜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배차 개입 주요 기능</a:t>
            </a:r>
            <a:br/>
            <a:r>
              <a:t>- 오랜 대기 상태로 남아있는 운송 오더에 어드민 권한으로 수동 개입합니다.</a:t>
            </a:r>
            <a:br/>
            <a:r>
              <a:t>- 강제 배정 시 기사 단말기 팝업으로 즉각 통보됩니다.</a:t>
            </a:r>
            <a:br/>
            <a:br/>
            <a:r>
              <a:t>■ UI 핵심 명세</a:t>
            </a:r>
            <a:br/>
            <a:r>
              <a:t>1. 미매칭 현황판:</a:t>
            </a:r>
            <a:br/>
            <a:r>
              <a:t>   - 배차 지연 오더의 매칭률 및 대기시간 실시간 정렬 테이블.</a:t>
            </a:r>
            <a:br/>
            <a:r>
              <a:t>2. 개입 레이어 모달:</a:t>
            </a:r>
            <a:br/>
            <a:r>
              <a:t>   - 오더 클릭 시 인근 5km 이내 공차 대기 중인 덤프 트럭을 자동 검색하여 매칭 팝업 노출.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841248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 콘솔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0240"/>
            <a:ext cx="81381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1645920" cy="4069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677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249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10896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821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103120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매칭 지연 및 미배차 오더 현황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423160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514600"/>
            <a:ext cx="585216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현장 오더명            단가        매칭현황    대기시간    조작</a:t>
            </a:r>
            <a:br/>
            <a:r>
              <a:t>------------------------------------------------------------------</a:t>
            </a:r>
            <a:br/>
            <a:r>
              <a:t>송도 1공구 아파트      150,000원   2대/10대    45분        [개입하기]</a:t>
            </a:r>
            <a:br/>
            <a:r>
              <a:t>영종도 공항 3공구      120,000원   1대/5대     30분        [개입하기]</a:t>
            </a:r>
            <a:br/>
            <a:r>
              <a:t>인천 신항 매립지       130,000원   5대/5대     완료        [관제확인]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566160"/>
            <a:ext cx="5029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566160"/>
            <a:ext cx="5029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🚨 배차 강제 개입 콘솔 - 송도 1공구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977640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인근 공차 대기 기사 추천 목록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4297680"/>
            <a:ext cx="466344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343400"/>
            <a:ext cx="4389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김기사 (25톤 덤프)  |  대기 위치: 송도 2교 인근 (1.2km 전방)</a:t>
            </a:r>
            <a:br/>
            <a:r>
              <a:t>연락처: 010-8888-7777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93776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강제 배차 지정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04. 분쟁 조정 센터 (GPS 중재 및 직권 판정)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분쟁 조정 주요 기능</a:t>
            </a:r>
            <a:br/>
            <a:r>
              <a:t>- 토질 불합격 회차 시, 정산 분쟁을 최종 중재합니다.</a:t>
            </a:r>
            <a:br/>
            <a:r>
              <a:t>- 차량의 GPS 역사 데이터를 추적하여 실제 하차지 진입 궤적 여부를 증명합니다.</a:t>
            </a:r>
            <a:br/>
            <a:br/>
            <a:r>
              <a:t>■ UI 핵심 명세</a:t>
            </a:r>
            <a:br/>
            <a:r>
              <a:t>1. 분쟁 이력 요약:</a:t>
            </a:r>
            <a:br/>
            <a:r>
              <a:t>   - 하차지 기각 사유와 기사의 이의 소명 텍스트.</a:t>
            </a:r>
            <a:br/>
            <a:r>
              <a:t>2. GPS 분석 맵:</a:t>
            </a:r>
            <a:br/>
            <a:r>
              <a:t>   - 실제 정상 주행을 하였는지 나타내는 궤적 표시판.</a:t>
            </a:r>
            <a:br/>
            <a:r>
              <a:t>3. [직권 정산] 단추:</a:t>
            </a:r>
            <a:br/>
            <a:r>
              <a:t>   - 70% 정산 명령(SETTLE_ADJUSTED) 적용 기능.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841248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 콘솔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0240"/>
            <a:ext cx="81381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1645920" cy="4069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677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249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56616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103120"/>
            <a:ext cx="6126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148840"/>
            <a:ext cx="5852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423160"/>
            <a:ext cx="5852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063240"/>
            <a:ext cx="429768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840480"/>
            <a:ext cx="42976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063240"/>
            <a:ext cx="16459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840480"/>
            <a:ext cx="1645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30352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521208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528523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212080"/>
            <a:ext cx="21031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8523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