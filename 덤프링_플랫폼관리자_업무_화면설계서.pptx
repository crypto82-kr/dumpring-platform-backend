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PLATFORM ADMIN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t>플랫폼 관리자(ROLE_ADMIN)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4B5563"/>
                </a:solidFill>
                <a:latin typeface="Malgun Gothic"/>
              </a:defRPr>
            </a:pPr>
            <a:r>
              <a:t>[대시보드, 회원 정보 관리, 회원 승인 관리, 운임 관리, 배차 모니터링]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1. 플랫폼 관리자 - 통합 대시보드 화면 [ADM-DSH-01]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운임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모니터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1691640"/>
            <a:ext cx="1920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실시간 운행 트럭</a:t>
            </a:r>
            <a:br/>
            <a:br/>
            <a:r>
              <a:t>142 대 (운임 정산중)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6459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691640"/>
            <a:ext cx="1920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신규 승인대기 서류</a:t>
            </a:r>
            <a:br/>
            <a:br/>
            <a:r>
              <a:t>25 건 (기사/차주/하차지)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64592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1691640"/>
            <a:ext cx="2011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오늘 완료 배차 매출</a:t>
            </a:r>
            <a:br/>
            <a:br/>
            <a:r>
              <a:t>₩ 8,450,000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43200"/>
            <a:ext cx="6766560" cy="329184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2926080"/>
            <a:ext cx="64008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[실시간 수송 종합 관제 지도]</a:t>
            </a:r>
            <a:br/>
            <a:br/>
            <a:r>
              <a:t>- 상차지 ➔ 하차지 덤프 트럭 운행 노선 및 GPS 수신 상태</a:t>
            </a:r>
            <a:br/>
            <a:r>
              <a:t>- 5초 주기 실시간 리프레시</a:t>
            </a:r>
            <a:br/>
            <a:r>
              <a:t>- 가동 중인 덤프 트럭: 142대 / 대기 중인 트럭: 14대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(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수,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,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건수</a:t>
            </a:r>
            <a:r>
              <a:rPr dirty="0"/>
              <a:t>)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조회</a:t>
            </a:r>
            <a:br>
              <a:rPr dirty="0"/>
            </a:br>
            <a:r>
              <a:rPr dirty="0"/>
              <a:t>2. </a:t>
            </a: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관제</a:t>
            </a:r>
            <a:r>
              <a:rPr dirty="0"/>
              <a:t> 맵 </a:t>
            </a:r>
            <a:r>
              <a:rPr dirty="0" err="1"/>
              <a:t>모니터링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상단</a:t>
            </a:r>
            <a:r>
              <a:rPr dirty="0"/>
              <a:t> </a:t>
            </a:r>
            <a:r>
              <a:rPr dirty="0" err="1"/>
              <a:t>통계</a:t>
            </a:r>
            <a:r>
              <a:rPr dirty="0"/>
              <a:t>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: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지표별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카드</a:t>
            </a:r>
            <a:br>
              <a:rPr dirty="0"/>
            </a:br>
            <a:r>
              <a:rPr dirty="0"/>
              <a:t>2. </a:t>
            </a:r>
            <a:r>
              <a:rPr dirty="0" err="1"/>
              <a:t>하단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관제</a:t>
            </a:r>
            <a:r>
              <a:rPr dirty="0"/>
              <a:t> 뷰: Kakao Map API </a:t>
            </a:r>
            <a:r>
              <a:rPr dirty="0" err="1"/>
              <a:t>연동</a:t>
            </a:r>
            <a:r>
              <a:rPr dirty="0"/>
              <a:t> </a:t>
            </a:r>
            <a:r>
              <a:rPr dirty="0" err="1"/>
              <a:t>덤프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 및 </a:t>
            </a:r>
            <a:r>
              <a:rPr dirty="0" err="1"/>
              <a:t>위경도</a:t>
            </a:r>
            <a:r>
              <a:rPr dirty="0"/>
              <a:t> GPS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패널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2. 플랫폼 관리자 - 회원 정보 관리 (목록, 검색, 상세) [ADM-DIR-01]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승인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운임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모니터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 조건: [ 기사/차주/현장/하차지 ] | 검색필드: [ 회원명/연락처/차량번호 ] ➔ [검색 버튼]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468880"/>
            <a:ext cx="41148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514600"/>
            <a:ext cx="393192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성명</a:t>
            </a:r>
            <a:r>
              <a:rPr dirty="0"/>
              <a:t> | </a:t>
            </a:r>
            <a:r>
              <a:rPr dirty="0" err="1"/>
              <a:t>역할</a:t>
            </a:r>
            <a:r>
              <a:rPr dirty="0"/>
              <a:t> | </a:t>
            </a:r>
            <a:r>
              <a:rPr dirty="0" err="1"/>
              <a:t>연락처</a:t>
            </a:r>
            <a:r>
              <a:rPr dirty="0"/>
              <a:t> | </a:t>
            </a:r>
            <a:r>
              <a:rPr dirty="0" err="1"/>
              <a:t>상태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2377440" y="28346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88036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기사</a:t>
            </a:r>
            <a:r>
              <a:rPr dirty="0"/>
              <a:t> | 010-1111-2222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377440" y="34290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347472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차주</a:t>
            </a:r>
            <a:r>
              <a:rPr dirty="0"/>
              <a:t> | 010-3333-4444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6675120" y="2468880"/>
            <a:ext cx="2468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210312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회원 정보 상세 ]</a:t>
            </a:r>
            <a:br/>
            <a:br/>
            <a:r>
              <a:t>• 이름: 강감찬 (기사)</a:t>
            </a:r>
            <a:br/>
            <a:r>
              <a:t>• 소속 차주: 대진운송</a:t>
            </a:r>
            <a:br/>
            <a:r>
              <a:t>• 매핑 차량: 경기 82자 7732</a:t>
            </a:r>
            <a:br/>
            <a:r>
              <a:t>• 덤프 규격: 15톤</a:t>
            </a:r>
            <a:br/>
            <a:r>
              <a:t>• 완료 운송: 14 건</a:t>
            </a:r>
            <a:br/>
            <a:r>
              <a:t>• 평점: 4.8 / 5.0</a:t>
            </a:r>
            <a:br/>
            <a:r>
              <a:t>• 제재: 적재 덮개 불량 주의 1회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5394960"/>
            <a:ext cx="10972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활동 정지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5394960"/>
            <a:ext cx="1097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강제 탈퇴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플랫폼에 가입한 전체 사용자의 역할군(기사/차주/현장/하차지) 및 상태 필터링 검색</a:t>
            </a:r>
            <a:br/>
            <a:r>
              <a:t>2. 회원 세부 정보 조회 및 운행 통계, 평점 확인</a:t>
            </a:r>
            <a:br/>
            <a:r>
              <a:t>3. 정책 위반 유저 대상 자격 정지 및 강제 탈퇴 처리</a:t>
            </a:r>
            <a:br/>
            <a:br/>
            <a:r>
              <a:t>■ 화면 주요 구성 요소 (Main UI Components)</a:t>
            </a:r>
            <a:br/>
            <a:r>
              <a:t>1. 상단 다중 필터 검색 바: 역할별, 휴대폰 번호, 차량번호 기반 검색 엔진</a:t>
            </a:r>
            <a:br/>
            <a:r>
              <a:t>2. 좌측 회원 목록 테이블: 회원 기본 정보 목록 리스트 뷰</a:t>
            </a:r>
            <a:br/>
            <a:r>
              <a:t>3. 우측 회원 프로필 상세 패널: 위반 이력 조회 및 정지/탈퇴 제어 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3. 플랫폼 관리자 - 회원 승인 관리 (목록, 검색, 상세, 반려, 승인, 육안비교) [ADM-APR-01]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운임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모니터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69164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검색: [ 승인 대기자 목록 ] ➔ 역할: [ 기사/차주/하차지 ] | 검색어: [ 강감찬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286000"/>
            <a:ext cx="32004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3317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신청자 | 가입유형 | 신청일 |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5176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697480"/>
            <a:ext cx="30175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| </a:t>
            </a:r>
            <a:r>
              <a:rPr dirty="0" err="1"/>
              <a:t>드라이버</a:t>
            </a:r>
            <a:r>
              <a:rPr dirty="0"/>
              <a:t> | 2026.06.05 | </a:t>
            </a:r>
            <a:r>
              <a:rPr lang="ko-KR" altLang="en-US" dirty="0"/>
              <a:t>승인대기</a:t>
            </a:r>
            <a:br>
              <a:rPr dirty="0"/>
            </a:br>
            <a:r>
              <a:rPr dirty="0" err="1"/>
              <a:t>제출서류</a:t>
            </a:r>
            <a:r>
              <a:rPr dirty="0"/>
              <a:t>: </a:t>
            </a:r>
            <a:r>
              <a:rPr dirty="0" err="1"/>
              <a:t>면허증</a:t>
            </a:r>
            <a:r>
              <a:rPr dirty="0"/>
              <a:t>, </a:t>
            </a:r>
            <a:r>
              <a:rPr dirty="0" err="1"/>
              <a:t>화물자격증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846320" y="269748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7432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서류비교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286000"/>
            <a:ext cx="3383280" cy="3749039"/>
          </a:xfrm>
          <a:prstGeom prst="rect">
            <a:avLst/>
          </a:prstGeom>
          <a:solidFill>
            <a:srgbClr val="E2E8F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59" y="2377440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• 실물 서류 육안비교 대조창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43200"/>
            <a:ext cx="2834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834640"/>
            <a:ext cx="265176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운전면허증</a:t>
            </a:r>
            <a:br/>
            <a:r>
              <a:t>성명: 강감찬</a:t>
            </a:r>
            <a:br/>
            <a:r>
              <a:t>면허번호: 12-34-5678-90</a:t>
            </a:r>
            <a:br/>
            <a:r>
              <a:t>적성검사: 2026.12.31</a:t>
            </a:r>
            <a:br/>
            <a:r>
              <a:t>[조건: 1종 대형]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2976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343400"/>
            <a:ext cx="26517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입력 정보 대조:</a:t>
            </a:r>
            <a:br/>
            <a:r>
              <a:t>성명: 강감찬 (일치)</a:t>
            </a:r>
            <a:br/>
            <a:r>
              <a:t>면허 조건: 1종 대형 (일치)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394960"/>
            <a:ext cx="1280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심사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539496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서류 반려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463040"/>
            <a:ext cx="2103120" cy="28146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상태가</a:t>
            </a:r>
            <a:r>
              <a:rPr lang="en-US" dirty="0"/>
              <a:t> </a:t>
            </a:r>
            <a:r>
              <a:rPr lang="ko-KR" altLang="en-US" dirty="0"/>
              <a:t>승인대기</a:t>
            </a:r>
            <a:r>
              <a:rPr dirty="0"/>
              <a:t>인 </a:t>
            </a:r>
            <a:r>
              <a:rPr dirty="0" err="1"/>
              <a:t>신청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및 </a:t>
            </a:r>
            <a:r>
              <a:rPr dirty="0" err="1"/>
              <a:t>검색</a:t>
            </a:r>
            <a:br>
              <a:rPr dirty="0"/>
            </a:br>
            <a:r>
              <a:rPr dirty="0"/>
              <a:t>2.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(</a:t>
            </a:r>
            <a:r>
              <a:rPr dirty="0" err="1"/>
              <a:t>면허증</a:t>
            </a:r>
            <a:r>
              <a:rPr dirty="0"/>
              <a:t>/</a:t>
            </a:r>
            <a:r>
              <a:rPr dirty="0" err="1"/>
              <a:t>자격증</a:t>
            </a:r>
            <a:r>
              <a:rPr dirty="0"/>
              <a:t> 등)의 </a:t>
            </a:r>
            <a:r>
              <a:rPr dirty="0" err="1"/>
              <a:t>인브라우저</a:t>
            </a:r>
            <a:r>
              <a:rPr dirty="0"/>
              <a:t>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대조</a:t>
            </a:r>
            <a:r>
              <a:rPr dirty="0"/>
              <a:t> </a:t>
            </a:r>
            <a:r>
              <a:rPr dirty="0" err="1"/>
              <a:t>판독</a:t>
            </a:r>
            <a:br>
              <a:rPr dirty="0"/>
            </a:br>
            <a:r>
              <a:rPr dirty="0"/>
              <a:t>3.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(</a:t>
            </a:r>
            <a:r>
              <a:rPr lang="ko-KR" altLang="en-US" dirty="0"/>
              <a:t>배차 가능 상태</a:t>
            </a:r>
            <a:r>
              <a:rPr dirty="0"/>
              <a:t>) 및 </a:t>
            </a:r>
            <a:r>
              <a:rPr dirty="0" err="1"/>
              <a:t>거절</a:t>
            </a:r>
            <a:r>
              <a:rPr dirty="0"/>
              <a:t>(</a:t>
            </a:r>
            <a:r>
              <a:rPr dirty="0" err="1"/>
              <a:t>반려</a:t>
            </a:r>
            <a:r>
              <a:rPr dirty="0"/>
              <a:t>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후 SMS </a:t>
            </a:r>
            <a:r>
              <a:rPr dirty="0" err="1"/>
              <a:t>송출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접수된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신청자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2.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: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기입한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업로드된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레이아웃</a:t>
            </a:r>
            <a:br>
              <a:rPr dirty="0"/>
            </a:br>
            <a:r>
              <a:rPr dirty="0"/>
              <a:t>3. </a:t>
            </a:r>
            <a:r>
              <a:rPr dirty="0" err="1"/>
              <a:t>반려</a:t>
            </a:r>
            <a:r>
              <a:rPr dirty="0"/>
              <a:t>/</a:t>
            </a:r>
            <a:r>
              <a:rPr dirty="0" err="1"/>
              <a:t>승인</a:t>
            </a:r>
            <a:r>
              <a:rPr dirty="0"/>
              <a:t> </a:t>
            </a:r>
            <a:r>
              <a:rPr lang="ko-KR" altLang="en-US" dirty="0"/>
              <a:t>버튼</a:t>
            </a:r>
            <a:r>
              <a:rPr dirty="0"/>
              <a:t>:  </a:t>
            </a:r>
            <a:r>
              <a:rPr lang="ko-KR" altLang="en-US" dirty="0"/>
              <a:t>반려</a:t>
            </a:r>
            <a:r>
              <a:rPr lang="en-US" altLang="ko-KR" dirty="0"/>
              <a:t>/</a:t>
            </a:r>
            <a:r>
              <a:rPr lang="ko-KR" altLang="en-US" dirty="0"/>
              <a:t>승인 여부에 따라 상태 정보를 변경하는 버튼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4. 플랫폼 관리자 - 톤수별 기본운임 관리 화면 [ADM-FAR-01]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운임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모니터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6766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톤수별 거리·시간 병산제 운임 기준 테이블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011680"/>
            <a:ext cx="6766560" cy="3657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0" y="2084832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톤수 규격 | 기본요금 (원) | 거리요금 (1km당/원) | 시간요금 (1분당/원)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42316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253288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5톤 트럭 (TRUCK_5T) | 15,000 원 | 1,000 원 | 400 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51460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256032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97180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0" y="308152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8톤 트럭 (TRUCK_8T) | 20,000 원 | 1,300 원 | 500 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06324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52044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60320" y="363016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15톤 트럭 (TRUCK_15T) | 30,000 원 | 1,800 원 | 700 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361188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36576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4451926"/>
            <a:ext cx="6766560" cy="15831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95665" y="4517136"/>
            <a:ext cx="640080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운임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및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비즈니스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미터기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 </a:t>
            </a:r>
            <a:r>
              <a:rPr dirty="0" err="1"/>
              <a:t>병산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: 10km/h </a:t>
            </a:r>
            <a:r>
              <a:rPr dirty="0" err="1"/>
              <a:t>이하</a:t>
            </a:r>
            <a:r>
              <a:rPr dirty="0"/>
              <a:t> </a:t>
            </a:r>
            <a:r>
              <a:rPr dirty="0" err="1"/>
              <a:t>저속</a:t>
            </a:r>
            <a:r>
              <a:rPr dirty="0"/>
              <a:t>/</a:t>
            </a:r>
            <a:r>
              <a:rPr dirty="0" err="1"/>
              <a:t>정체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시 </a:t>
            </a:r>
            <a:r>
              <a:rPr dirty="0" err="1"/>
              <a:t>거리요금</a:t>
            </a:r>
            <a:r>
              <a:rPr dirty="0"/>
              <a:t> 외 </a:t>
            </a:r>
            <a:r>
              <a:rPr dirty="0" err="1"/>
              <a:t>시간요금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중첩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요금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트리거</a:t>
            </a:r>
            <a:r>
              <a:rPr dirty="0"/>
              <a:t>: </a:t>
            </a:r>
            <a:r>
              <a:rPr dirty="0" err="1"/>
              <a:t>등록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운행완료</a:t>
            </a:r>
            <a:r>
              <a:rPr dirty="0"/>
              <a:t> </a:t>
            </a: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시점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수수료율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차감</a:t>
            </a:r>
            <a:r>
              <a:rPr dirty="0"/>
              <a:t>: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시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등급</a:t>
            </a:r>
            <a:r>
              <a:rPr dirty="0"/>
              <a:t>(NEW 12% ~ BEST 8%)에 </a:t>
            </a:r>
            <a:r>
              <a:rPr dirty="0" err="1"/>
              <a:t>맞춰</a:t>
            </a:r>
            <a:r>
              <a:rPr dirty="0"/>
              <a:t>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이수료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공제</a:t>
            </a:r>
            <a:r>
              <a:rPr dirty="0"/>
              <a:t> 후 </a:t>
            </a:r>
            <a:r>
              <a:rPr dirty="0" err="1"/>
              <a:t>정산</a:t>
            </a:r>
            <a:r>
              <a:rPr dirty="0"/>
              <a:t> </a:t>
            </a:r>
            <a:r>
              <a:rPr dirty="0" err="1"/>
              <a:t>큐에</a:t>
            </a:r>
            <a:r>
              <a:rPr dirty="0"/>
              <a:t> </a:t>
            </a:r>
            <a:r>
              <a:rPr dirty="0" err="1"/>
              <a:t>적재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차종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(5t/8t/15t 등)별 </a:t>
            </a:r>
            <a:r>
              <a:rPr dirty="0" err="1"/>
              <a:t>기본요금</a:t>
            </a:r>
            <a:r>
              <a:rPr dirty="0"/>
              <a:t>, </a:t>
            </a:r>
            <a:r>
              <a:rPr dirty="0" err="1"/>
              <a:t>km당</a:t>
            </a:r>
            <a:r>
              <a:rPr dirty="0"/>
              <a:t> </a:t>
            </a:r>
            <a:r>
              <a:rPr dirty="0" err="1"/>
              <a:t>거리요금</a:t>
            </a:r>
            <a:r>
              <a:rPr dirty="0"/>
              <a:t>, </a:t>
            </a:r>
            <a:r>
              <a:rPr dirty="0" err="1"/>
              <a:t>분당</a:t>
            </a:r>
            <a:r>
              <a:rPr dirty="0"/>
              <a:t> </a:t>
            </a:r>
            <a:r>
              <a:rPr dirty="0" err="1"/>
              <a:t>대기요금</a:t>
            </a:r>
            <a:r>
              <a:rPr dirty="0"/>
              <a:t> </a:t>
            </a:r>
            <a:r>
              <a:rPr dirty="0" err="1"/>
              <a:t>일괄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및 </a:t>
            </a:r>
            <a:r>
              <a:rPr dirty="0" err="1"/>
              <a:t>관리</a:t>
            </a:r>
            <a:br>
              <a:rPr dirty="0"/>
            </a:br>
            <a:r>
              <a:rPr dirty="0"/>
              <a:t>2. </a:t>
            </a:r>
            <a:r>
              <a:rPr dirty="0" err="1"/>
              <a:t>택시미터기</a:t>
            </a:r>
            <a:r>
              <a:rPr dirty="0"/>
              <a:t> </a:t>
            </a:r>
            <a:r>
              <a:rPr dirty="0" err="1"/>
              <a:t>요금</a:t>
            </a:r>
            <a:r>
              <a:rPr dirty="0"/>
              <a:t> </a:t>
            </a:r>
            <a:r>
              <a:rPr dirty="0" err="1"/>
              <a:t>변수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및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동기화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톤수별</a:t>
            </a:r>
            <a:r>
              <a:rPr dirty="0"/>
              <a:t> </a:t>
            </a:r>
            <a:r>
              <a:rPr dirty="0" err="1"/>
              <a:t>운임요율</a:t>
            </a:r>
            <a:r>
              <a:rPr dirty="0"/>
              <a:t> </a:t>
            </a:r>
            <a:r>
              <a:rPr dirty="0" err="1"/>
              <a:t>편집</a:t>
            </a:r>
            <a:r>
              <a:rPr dirty="0"/>
              <a:t> </a:t>
            </a:r>
            <a:r>
              <a:rPr dirty="0" err="1"/>
              <a:t>그리드</a:t>
            </a:r>
            <a:r>
              <a:rPr dirty="0"/>
              <a:t>: </a:t>
            </a:r>
            <a:r>
              <a:rPr dirty="0" err="1"/>
              <a:t>차종</a:t>
            </a:r>
            <a:r>
              <a:rPr dirty="0"/>
              <a:t> </a:t>
            </a:r>
            <a:r>
              <a:rPr dirty="0" err="1"/>
              <a:t>코드별</a:t>
            </a:r>
            <a:r>
              <a:rPr dirty="0"/>
              <a:t> </a:t>
            </a:r>
            <a:r>
              <a:rPr dirty="0" err="1"/>
              <a:t>기본요금</a:t>
            </a:r>
            <a:r>
              <a:rPr dirty="0"/>
              <a:t>, </a:t>
            </a:r>
            <a:r>
              <a:rPr dirty="0" err="1"/>
              <a:t>거리</a:t>
            </a:r>
            <a:r>
              <a:rPr dirty="0"/>
              <a:t>/</a:t>
            </a:r>
            <a:r>
              <a:rPr dirty="0" err="1"/>
              <a:t>시간요금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인풋</a:t>
            </a:r>
            <a:r>
              <a:rPr dirty="0"/>
              <a:t> 셀</a:t>
            </a:r>
            <a:br>
              <a:rPr dirty="0"/>
            </a:br>
            <a:r>
              <a:rPr dirty="0"/>
              <a:t>2.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단추</a:t>
            </a:r>
            <a:r>
              <a:rPr dirty="0"/>
              <a:t>: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톤수</a:t>
            </a:r>
            <a:r>
              <a:rPr dirty="0"/>
              <a:t> </a:t>
            </a:r>
            <a:r>
              <a:rPr dirty="0" err="1"/>
              <a:t>줄의</a:t>
            </a:r>
            <a:r>
              <a:rPr dirty="0"/>
              <a:t> </a:t>
            </a:r>
            <a:r>
              <a:rPr dirty="0" err="1"/>
              <a:t>입력값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 </a:t>
            </a:r>
            <a:r>
              <a:rPr dirty="0" err="1"/>
              <a:t>활성화</a:t>
            </a:r>
            <a:br>
              <a:rPr dirty="0"/>
            </a:br>
            <a:r>
              <a:rPr dirty="0"/>
              <a:t>3. </a:t>
            </a:r>
            <a:r>
              <a:rPr dirty="0" err="1"/>
              <a:t>정산</a:t>
            </a:r>
            <a:r>
              <a:rPr dirty="0"/>
              <a:t> 룰 </a:t>
            </a:r>
            <a:r>
              <a:rPr dirty="0" err="1"/>
              <a:t>가이드</a:t>
            </a:r>
            <a:r>
              <a:rPr dirty="0"/>
              <a:t> </a:t>
            </a:r>
            <a:r>
              <a:rPr dirty="0" err="1"/>
              <a:t>가독판</a:t>
            </a:r>
            <a:r>
              <a:rPr dirty="0"/>
              <a:t>: </a:t>
            </a:r>
            <a:r>
              <a:rPr dirty="0" err="1"/>
              <a:t>저속</a:t>
            </a:r>
            <a:r>
              <a:rPr dirty="0"/>
              <a:t> </a:t>
            </a:r>
            <a:r>
              <a:rPr dirty="0" err="1"/>
              <a:t>병산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(10km/h </a:t>
            </a:r>
            <a:r>
              <a:rPr dirty="0" err="1"/>
              <a:t>이하</a:t>
            </a:r>
            <a:r>
              <a:rPr dirty="0"/>
              <a:t>) 및 </a:t>
            </a:r>
            <a:r>
              <a:rPr dirty="0" err="1"/>
              <a:t>수수료율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내역</a:t>
            </a:r>
            <a:r>
              <a:rPr dirty="0"/>
              <a:t> </a:t>
            </a:r>
            <a:r>
              <a:rPr dirty="0" err="1"/>
              <a:t>명세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5. 플랫폼 관리자 - 배차 현황 확인 모니터링 화면 [ADM-MON-01]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운임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모니터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11480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3749039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실시간 전체 노선 위성 관제지도 ]</a:t>
            </a:r>
            <a:br/>
            <a:br/>
            <a:r>
              <a:t>- 상차지 ➔ 하차지 이동 기사 GPS 마커 궤적</a:t>
            </a:r>
            <a:br/>
            <a:r>
              <a:t>- 과속/탈옥/장기 대기 발생 시 마커 붉은색 경고 점멸</a:t>
            </a:r>
            <a:br/>
            <a:r>
              <a:t>- 현재 활성 노선 수: 24개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64592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진행 중인 배차 티켓 (Active Tickets)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01168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2057400"/>
            <a:ext cx="22860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차량: 인천 80바 4531 (25.5t)</a:t>
            </a:r>
            <a:br/>
            <a:r>
              <a:t>기사: 홍길동 | 소속: 대진운송</a:t>
            </a:r>
            <a:br/>
            <a:r>
              <a:t>상태: [ DRIVING ] (운행 중)</a:t>
            </a:r>
            <a:br/>
            <a:r>
              <a:t>정산 누적운임: ₩ 54,200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291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337560"/>
            <a:ext cx="228600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차량: 경기 82자 7732 (15t)</a:t>
            </a:r>
            <a:br/>
            <a:r>
              <a:t>기사: 임꺽정 | 소속: 개인차주</a:t>
            </a:r>
            <a:br/>
            <a:r>
              <a:t>상태: [ ARRIVED ] (하차지 대기)</a:t>
            </a:r>
            <a:br/>
            <a:r>
              <a:t>정산 누적운임: ₩ 32,500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663440"/>
            <a:ext cx="24688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70916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대행 세션 강제 배차 제어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212080"/>
            <a:ext cx="24688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24688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티켓 강제 취소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1463040"/>
            <a:ext cx="2103120" cy="28146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플랫폼에서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중인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덤프</a:t>
            </a:r>
            <a:r>
              <a:rPr dirty="0"/>
              <a:t> </a:t>
            </a:r>
            <a:r>
              <a:rPr dirty="0" err="1"/>
              <a:t>트럭의</a:t>
            </a:r>
            <a:r>
              <a:rPr dirty="0"/>
              <a:t> GPS </a:t>
            </a:r>
            <a:r>
              <a:rPr dirty="0" err="1"/>
              <a:t>위경도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관제</a:t>
            </a:r>
            <a:br>
              <a:rPr dirty="0"/>
            </a:br>
            <a:r>
              <a:rPr dirty="0"/>
              <a:t>2.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지오펜싱</a:t>
            </a:r>
            <a:r>
              <a:rPr dirty="0"/>
              <a:t>(200m) </a:t>
            </a:r>
            <a:r>
              <a:rPr dirty="0" err="1"/>
              <a:t>영역</a:t>
            </a:r>
            <a:r>
              <a:rPr dirty="0"/>
              <a:t> </a:t>
            </a:r>
            <a:r>
              <a:rPr dirty="0" err="1"/>
              <a:t>진입</a:t>
            </a:r>
            <a:r>
              <a:rPr dirty="0"/>
              <a:t> 및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(Arrived)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체크</a:t>
            </a:r>
            <a:br>
              <a:rPr dirty="0"/>
            </a:br>
            <a:r>
              <a:rPr dirty="0"/>
              <a:t>3. </a:t>
            </a:r>
            <a:r>
              <a:rPr dirty="0" err="1"/>
              <a:t>운행</a:t>
            </a:r>
            <a:r>
              <a:rPr dirty="0"/>
              <a:t> 중 </a:t>
            </a:r>
            <a:r>
              <a:rPr dirty="0" err="1"/>
              <a:t>이상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혹은</a:t>
            </a:r>
            <a:r>
              <a:rPr dirty="0"/>
              <a:t> </a:t>
            </a:r>
            <a:r>
              <a:rPr dirty="0" err="1"/>
              <a:t>분쟁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시 </a:t>
            </a:r>
            <a:r>
              <a:rPr dirty="0" err="1"/>
              <a:t>관리자가</a:t>
            </a:r>
            <a:r>
              <a:rPr dirty="0"/>
              <a:t>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개입하여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및 </a:t>
            </a:r>
            <a:r>
              <a:rPr dirty="0" err="1"/>
              <a:t>티켓</a:t>
            </a:r>
            <a:r>
              <a:rPr dirty="0"/>
              <a:t> </a:t>
            </a:r>
            <a:r>
              <a:rPr dirty="0" err="1"/>
              <a:t>정지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 GPS 맵 </a:t>
            </a:r>
            <a:r>
              <a:rPr dirty="0" err="1"/>
              <a:t>컴포넌트</a:t>
            </a:r>
            <a:r>
              <a:rPr dirty="0"/>
              <a:t>: 상-</a:t>
            </a:r>
            <a:r>
              <a:rPr dirty="0" err="1"/>
              <a:t>하차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 및 </a:t>
            </a:r>
            <a:r>
              <a:rPr dirty="0" err="1"/>
              <a:t>가동</a:t>
            </a:r>
            <a:r>
              <a:rPr dirty="0"/>
              <a:t>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가시화</a:t>
            </a:r>
            <a:r>
              <a:rPr dirty="0"/>
              <a:t> 뷰</a:t>
            </a:r>
            <a:br>
              <a:rPr dirty="0"/>
            </a:br>
            <a:r>
              <a:rPr dirty="0"/>
              <a:t>2. </a:t>
            </a:r>
            <a:r>
              <a:rPr dirty="0" err="1"/>
              <a:t>활성</a:t>
            </a:r>
            <a:r>
              <a:rPr dirty="0"/>
              <a:t> </a:t>
            </a:r>
            <a:r>
              <a:rPr dirty="0" err="1"/>
              <a:t>티켓</a:t>
            </a:r>
            <a:r>
              <a:rPr dirty="0"/>
              <a:t> </a:t>
            </a:r>
            <a:r>
              <a:rPr dirty="0" err="1"/>
              <a:t>일람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: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중(`</a:t>
            </a:r>
            <a:r>
              <a:rPr lang="ko-KR" altLang="en-US" dirty="0" err="1"/>
              <a:t>운행중</a:t>
            </a:r>
            <a:r>
              <a:rPr dirty="0"/>
              <a:t>`/`</a:t>
            </a:r>
            <a:r>
              <a:rPr lang="ko-KR" altLang="en-US" dirty="0"/>
              <a:t>하차지도착</a:t>
            </a:r>
            <a:r>
              <a:rPr dirty="0"/>
              <a:t>`) </a:t>
            </a:r>
            <a:r>
              <a:rPr dirty="0" err="1"/>
              <a:t>상태인</a:t>
            </a:r>
            <a:r>
              <a:rPr dirty="0"/>
              <a:t> </a:t>
            </a:r>
            <a:r>
              <a:rPr dirty="0" err="1"/>
              <a:t>차량의</a:t>
            </a:r>
            <a:r>
              <a:rPr dirty="0"/>
              <a:t> </a:t>
            </a:r>
            <a:r>
              <a:rPr dirty="0" err="1"/>
              <a:t>누적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 및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프로필</a:t>
            </a:r>
            <a:br>
              <a:rPr dirty="0"/>
            </a:br>
            <a:r>
              <a:rPr dirty="0"/>
              <a:t>3.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: </a:t>
            </a:r>
            <a:r>
              <a:rPr dirty="0" err="1"/>
              <a:t>강제</a:t>
            </a:r>
            <a:r>
              <a:rPr dirty="0"/>
              <a:t> </a:t>
            </a:r>
            <a:r>
              <a:rPr dirty="0" err="1"/>
              <a:t>취소</a:t>
            </a:r>
            <a:r>
              <a:rPr dirty="0"/>
              <a:t>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수동</a:t>
            </a:r>
            <a:r>
              <a:rPr dirty="0"/>
              <a:t> </a:t>
            </a:r>
            <a:r>
              <a:rPr dirty="0" err="1"/>
              <a:t>대행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콘솔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1364</Words>
  <Application>Microsoft Office PowerPoint</Application>
  <PresentationFormat>사용자 지정</PresentationFormat>
  <Paragraphs>84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태우 이</cp:lastModifiedBy>
  <cp:revision>3</cp:revision>
  <dcterms:created xsi:type="dcterms:W3CDTF">2013-01-27T09:14:16Z</dcterms:created>
  <dcterms:modified xsi:type="dcterms:W3CDTF">2026-06-05T13:43:46Z</dcterms:modified>
  <cp:category/>
</cp:coreProperties>
</file>