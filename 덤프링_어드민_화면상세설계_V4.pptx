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86868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t>덤프링 (Dumpring)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t>07. 플랫폼 어드민 (Admin) 웹 화면 상세설계서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686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D97706"/>
                </a:solidFill>
                <a:latin typeface="Malgun Gothic"/>
              </a:defRPr>
            </a:pPr>
            <a:r>
              <a:t>회원/현장/하차지/배차 대행등록 및 CRUD 수명주기 통제판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01. 플랫폼 종합 관제 대시보드 (Admin Home)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대시보드 주요 기능</a:t>
            </a:r>
            <a:br/>
            <a:r>
              <a:t>- 플랫폼 내 실시간 운송/매칭 핵심 지표를 통합 모니터링합니다.</a:t>
            </a:r>
            <a:br/>
            <a:r>
              <a:t>- 긴급 조치가 필요한 회원가입 심사 및 미해결 분쟁 알림을 최우선 배치합니다.</a:t>
            </a:r>
            <a:br/>
            <a:br/>
            <a:r>
              <a:t>■ UI 핵심 명세</a:t>
            </a:r>
            <a:br/>
            <a:r>
              <a:t>1. 활성 콜 카드:</a:t>
            </a:r>
            <a:br/>
            <a:r>
              <a:t>   - 현재 매칭 중이거나 주행 상태인 콜 42건 표시.</a:t>
            </a:r>
            <a:br/>
            <a:r>
              <a:t>2. 미해결 분쟁 카드:</a:t>
            </a:r>
            <a:br/>
            <a:r>
              <a:t>   - 하차지 거부로 유보된 긴급 건수를 빨간색으로 시각화.</a:t>
            </a:r>
            <a:br/>
            <a:r>
              <a:t>3. 실시간 긴급 경고 배너:</a:t>
            </a:r>
            <a:br/>
            <a:r>
              <a:t>   - 티켓 #2043 건의 뻘흙 거부 이의제기를 헤드라인 노출.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8288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실시간 활성 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algun Gothic"/>
              </a:defRPr>
            </a:pPr>
            <a:r>
              <a:t>42 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심사 대기 서류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8 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73736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미해결 분쟁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057400"/>
            <a:ext cx="1737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Malgun Gothic"/>
              </a:defRPr>
            </a:pPr>
            <a:r>
              <a:t>3 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51760"/>
            <a:ext cx="6400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80" y="2724912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🚨 긴급 알림: 티켓 #2043 분쟁 접수 (김덤프 기사 ➔ 영종 사토장)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2971800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4B5563"/>
                </a:solidFill>
                <a:latin typeface="Malgun Gothic"/>
              </a:defRPr>
            </a:pPr>
            <a:r>
              <a:t>반입 거부 사유: 뻘흙 의심 판정  |  기사 주장: 양질의 마사토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6400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3520440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일일 배차 매칭 추이 (통계)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4251960"/>
            <a:ext cx="36576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0690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3886200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02. 회원 조회 및 대행 등록/심사 콘솔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회원 관리 주요 기능</a:t>
            </a:r>
            <a:br/>
            <a:r>
              <a:t>- 플랫폼 직원이 회원을 수동으로 직접 등록(대행 등록)할 수 있습니다.</a:t>
            </a:r>
            <a:br/>
            <a:r>
              <a:t>- 가입 서류 검증(면허증, 사업자사본) 승인/기각을 처리합니다.</a:t>
            </a:r>
            <a:br/>
            <a:br/>
            <a:r>
              <a:t>■ UI 핵심 명세</a:t>
            </a:r>
            <a:br/>
            <a:r>
              <a:t>1. 회원 수동 등록 버튼:</a:t>
            </a:r>
            <a:br/>
            <a:r>
              <a:t>   - 상단에 회원 등록 실행 단추 추가.</a:t>
            </a:r>
            <a:br/>
            <a:r>
              <a:t>2. 전체 회원 테이블 목록:</a:t>
            </a:r>
            <a:br/>
            <a:r>
              <a:t>   - 가입일, 구분, 연락처, 활동 정지 등 상태 표시.</a:t>
            </a:r>
            <a:br/>
            <a:r>
              <a:t>3. 우측 프로필 정보 수정:</a:t>
            </a:r>
            <a:br/>
            <a:r>
              <a:t>   - 계좌 변경 등 대행 편집 폼 구성.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1371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181051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➕ 회원 수동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19456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286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전체 가입 회원 (128)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06040"/>
            <a:ext cx="20116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265176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이차주 (차주)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90779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t>활동 상태: 정상 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324612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291840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김기사 (기사)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173736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회원 마스터 정보 편집 및 자격 서류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148840"/>
            <a:ext cx="265176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017520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[제출 서류 사본 이미지 뷰어]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148840"/>
            <a:ext cx="1554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2212848"/>
            <a:ext cx="14630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■ 상세 프로필</a:t>
            </a:r>
            <a:br/>
            <a:br/>
            <a:r>
              <a:t>• 이름: 이차주</a:t>
            </a:r>
            <a:br/>
            <a:r>
              <a:t>• 상호: 대박물류</a:t>
            </a:r>
            <a:br/>
            <a:r>
              <a:t>• 번호:</a:t>
            </a:r>
            <a:br/>
            <a:r>
              <a:t> 123-45-67890</a:t>
            </a:r>
            <a:br/>
            <a:r>
              <a:t>• 계좌: 국민은행</a:t>
            </a:r>
            <a:br/>
            <a:r>
              <a:t> 123456-78-901</a:t>
            </a:r>
            <a:br/>
            <a:r>
              <a:t>• 폰: 010-9999-8888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5720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>
                <a:solidFill>
                  <a:srgbClr val="4B5563"/>
                </a:solidFill>
                <a:latin typeface="Malgun Gothic"/>
              </a:defRPr>
            </a:pPr>
            <a:r>
              <a:t>회원 상태 변경: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448056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455371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Malgun Gothic"/>
              </a:defRPr>
            </a:pPr>
            <a:r>
              <a:t>정상 활동 중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4480560"/>
            <a:ext cx="7315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455371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수정저장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480560"/>
            <a:ext cx="7315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0" y="4553712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강제정지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03. 현장 및 하차지 대행 등록 및 수명 상태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현장/하차지 제어 기능</a:t>
            </a:r>
            <a:br/>
            <a:r>
              <a:t>- 상차 공사현장 및 하차 사토장 정보를 대행으로 직접 등록합니다.</a:t>
            </a:r>
            <a:br/>
            <a:r>
              <a:t>- 강우나 천재지변 시 현장 상태를 [일시중단]으로 제어하여 배차를 즉각 잠금합니다.</a:t>
            </a:r>
            <a:br/>
            <a:br/>
            <a:r>
              <a:t>■ UI 핵심 명세</a:t>
            </a:r>
            <a:br/>
            <a:r>
              <a:t>1. 대행 등록 버튼:</a:t>
            </a:r>
            <a:br/>
            <a:r>
              <a:t>   - 상차지 등록, 하차지 등록 실행.</a:t>
            </a:r>
            <a:br/>
            <a:r>
              <a:t>2. 현장 리스트 테이블:</a:t>
            </a:r>
            <a:br/>
            <a:r>
              <a:t>   - 현재 운영 상태, 주소, 매핑 사토장 표시.</a:t>
            </a:r>
            <a:br/>
            <a:r>
              <a:t>3. 상태 제어 스위치:</a:t>
            </a:r>
            <a:br/>
            <a:r>
              <a:t>   - 운영중/일시중단 토글 스위치 묘사.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1280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181051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➕ 신규 현장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1737360"/>
            <a:ext cx="128016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1810512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➕ 신규 사토장 등록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194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2860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등록된 현장 및 하차지 목록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606040"/>
            <a:ext cx="365760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현장명/구분           주소            상태</a:t>
            </a:r>
            <a:br/>
            <a:r>
              <a:t>------------------------------------------</a:t>
            </a:r>
            <a:br/>
            <a:r>
              <a:t>[상차] 송도 1공구     인천 연수구      운영중 🟢</a:t>
            </a:r>
            <a:br/>
            <a:r>
              <a:t>[하차] 영종 사토장     인천 중구       운영중 🟢</a:t>
            </a:r>
            <a:br/>
            <a:r>
              <a:t>[상차] 남동공단 현장   인천 남동구      일시중단 🟡</a:t>
            </a:r>
            <a:br/>
            <a:r>
              <a:t>[상차] 아라뱃길 2공구  인천 계양구      종료 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73736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상세 정보 수정 및 지오펜싱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48840"/>
            <a:ext cx="228600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240280"/>
            <a:ext cx="201168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• 현장 명칭: 송도 1공구 아파트 신축공사</a:t>
            </a:r>
            <a:br/>
            <a:r>
              <a:t>• 지오펜싱 인식 반경:  200 m</a:t>
            </a:r>
            <a:br/>
            <a:r>
              <a:t>• 지도 핀 매핑: 인천 연수구 송도동 11-1</a:t>
            </a:r>
            <a:br/>
            <a:r>
              <a:t>• 수용 제한 자재: 양질토(수용) | 뻘흙(차단)</a:t>
            </a:r>
            <a:br/>
            <a:r>
              <a:t>• 하차지 용량: 6,500㎥ / 10,000㎥ 수용완료</a:t>
            </a:r>
            <a:br/>
            <a:r>
              <a:t>• 정산 결제 정책: 1회당 150,000원 (수금)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3776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>
                <a:solidFill>
                  <a:srgbClr val="4B5563"/>
                </a:solidFill>
                <a:latin typeface="Malgun Gothic"/>
              </a:defRPr>
            </a:pPr>
            <a:r>
              <a:t>현장 실시간 상태: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846320"/>
            <a:ext cx="1097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919472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운영중 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846320"/>
            <a:ext cx="1005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4919472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수정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04. 배차 및 하차 오더 대행 등록 및 강제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오더 수명 제어 기능</a:t>
            </a:r>
            <a:br/>
            <a:r>
              <a:t>- 전화 접수된 배차 요청 및 사토장 하차 요청을 어드민이 대신 등록합니다.</a:t>
            </a:r>
            <a:br/>
            <a:r>
              <a:t>- 진행 중인 오더를 강제로 취소(Cancelled)하거나 마감(Closed) 처리할 수 있습니다.</a:t>
            </a:r>
            <a:br/>
            <a:br/>
            <a:r>
              <a:t>■ UI 핵심 명세</a:t>
            </a:r>
            <a:br/>
            <a:r>
              <a:t>1. 배차 대행 등록 버튼:</a:t>
            </a:r>
            <a:br/>
            <a:r>
              <a:t>   - 상차지 오더 등록 폼 로딩.</a:t>
            </a:r>
            <a:br/>
            <a:r>
              <a:t>2. 진행 오더 테이블 목록:</a:t>
            </a:r>
            <a:br/>
            <a:r>
              <a:t>   - 현장명, 단가, 현재 매칭 건수, 진행율 게이지.</a:t>
            </a:r>
            <a:br/>
            <a:r>
              <a:t>3. 강제 상태 변경 버튼:</a:t>
            </a:r>
            <a:br/>
            <a:r>
              <a:t>   - 강제 마감 및 취소 액션.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13716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181051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➕ 배차 요청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737360"/>
            <a:ext cx="137160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1810512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➕ 하차 요청 등록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194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286000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실시간 오더 및 계약 목록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606040"/>
            <a:ext cx="365760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현장명/구분           단가        매칭진행     상태</a:t>
            </a:r>
            <a:br/>
            <a:r>
              <a:t>--------------------------------------------------</a:t>
            </a:r>
            <a:br/>
            <a:r>
              <a:t>[배차] 송도 1공구     150,000원   3대/10대     모집중 🟢</a:t>
            </a:r>
            <a:br/>
            <a:r>
              <a:t>[하차] 영종 사토장     150,000원   2대/5대      모집중 🟢</a:t>
            </a:r>
            <a:br/>
            <a:r>
              <a:t>[배차] 남동공단 현장   120,000원   5대/5대      완료 🔴</a:t>
            </a:r>
            <a:br/>
            <a:r>
              <a:t>[배차] 아라뱃길 현장   130,000원   0대/10대     취소 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73736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배차 오더 상세 제어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48840"/>
            <a:ext cx="2286000" cy="2560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240280"/>
            <a:ext cx="201168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• 오더 명칭: 송도 1공구 아파트 토사 반출</a:t>
            </a:r>
            <a:br/>
            <a:r>
              <a:t>• 매칭 상차지: 송도 1공구 현장 (소속 매핑)</a:t>
            </a:r>
            <a:br/>
            <a:r>
              <a:t>• 연동 하차지: 영종 남단 사토장 (단가수금)</a:t>
            </a:r>
            <a:br/>
            <a:r>
              <a:t>• 모집 덤프 톤수:  25 톤 (Good Soil 전용)</a:t>
            </a:r>
            <a:br/>
            <a:r>
              <a:t>• 목표 모집 대수:  10 대 (현재 3대 배차수락)</a:t>
            </a:r>
            <a:br/>
            <a:r>
              <a:t>• 운송 단가 요금:  150,000 원</a:t>
            </a:r>
            <a:br/>
            <a:r>
              <a:t>• 거래처 결제 주기: 월말 세금계산서 정산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3776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>
                <a:solidFill>
                  <a:srgbClr val="4B5563"/>
                </a:solidFill>
                <a:latin typeface="Malgun Gothic"/>
              </a:defRPr>
            </a:pPr>
            <a:r>
              <a:t>오더 강제 제어: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846320"/>
            <a:ext cx="109728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919472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강제 매칭마감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846320"/>
            <a:ext cx="109728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4919472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오더 강제취소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05. 배차 강제 개입 및 실시간 콜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1F2937"/>
                </a:solidFill>
                <a:latin typeface="Malgun Gothic"/>
              </a:defRPr>
            </a:pPr>
            <a:r>
              <a:t>■ 배차 개입 주요 기능</a:t>
            </a:r>
            <a:br/>
            <a:r>
              <a:t>- 특정 공사현장의 매칭율이 극도로 저조하거나 긴급 지시가 있을 때 어드민 권한으로 개입</a:t>
            </a:r>
            <a:br/>
            <a:r>
              <a:t>- 인근 공차 상태의 기사 정보를 자동 조회하여 1:1로 직접 강제 강제 지정을 하거나 콜 취소 처리</a:t>
            </a:r>
            <a:br/>
            <a:br/>
            <a:r>
              <a:t>■ UI 핵심 명세</a:t>
            </a:r>
            <a:br/>
            <a:r>
              <a:t>1. 미매칭 현황판:</a:t>
            </a:r>
            <a:br/>
            <a:r>
              <a:t>   - 배차 지연 오더의 매칭률 및 대기시간 실시간 정렬 테이블.</a:t>
            </a:r>
            <a:br/>
            <a:r>
              <a:t>2. [배차 개입] 레이어 팝업 위젯:</a:t>
            </a:r>
            <a:br/>
            <a:r>
              <a:t>   - '강제 배차 지정 기사 검색' 필드</a:t>
            </a:r>
            <a:br/>
            <a:r>
              <a:t>   - 추천 리스트: '김기사 (25톤, 1.2km 전방)' 및 수동 강제 배차 지정 실행 버튼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73736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매칭 지연 및 미배차 오더 현황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057400"/>
            <a:ext cx="6400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148840"/>
            <a:ext cx="612648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현장 오더명            단가        매칭현황    대기시간    조작</a:t>
            </a:r>
            <a:br/>
            <a:r>
              <a:t>------------------------------------------------------------------</a:t>
            </a:r>
            <a:br/>
            <a:r>
              <a:t>송도 1공구 아파트      150,000원   2대/10대    45분        [개입하기]</a:t>
            </a:r>
            <a:br/>
            <a:r>
              <a:t>영종도 공항 3공구      120,000원   1대/5대     30분        [개입하기]</a:t>
            </a:r>
            <a:br/>
            <a:r>
              <a:t>인천 신항 매립지       130,000원   5대/5대     완료        [관제확인]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200400"/>
            <a:ext cx="53035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3200400"/>
            <a:ext cx="530352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24612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🚨 배차 강제 개입 콘솔 - 송도 1공구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61188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4B5563"/>
                </a:solidFill>
                <a:latin typeface="Malgun Gothic"/>
              </a:defRPr>
            </a:pPr>
            <a:r>
              <a:t>인근 공차 대기 기사 추천 목록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931920"/>
            <a:ext cx="493776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977640"/>
            <a:ext cx="4663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김기사 (25톤 덤프)  |  대기 위치: 송도 2교 인근 (1.2km 전방)</a:t>
            </a:r>
            <a:br/>
            <a:r>
              <a:t>연락처: 010-8888-7777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5720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645152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강제 배차 지정 실행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06. 분쟁 조정 센터 (GPS 중재 및 직권 판정)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분쟁 조정 주요 기능</a:t>
            </a:r>
            <a:br/>
            <a:r>
              <a:t>- 토질 불합격 회차 시, 정산 분쟁을 최종 중재합니다.</a:t>
            </a:r>
            <a:br/>
            <a:r>
              <a:t>- 차량의 GPS 역사 데이터를 추적하여 실제 하차지 진입 궤적 여부를 증명합니다.</a:t>
            </a:r>
            <a:br/>
            <a:br/>
            <a:r>
              <a:t>■ UI 핵심 명세</a:t>
            </a:r>
            <a:br/>
            <a:r>
              <a:t>1. 분쟁 이력 요약:</a:t>
            </a:r>
            <a:br/>
            <a:r>
              <a:t>   - 하차지 기각 사유와 기사의 이의 소명 텍스트.</a:t>
            </a:r>
            <a:br/>
            <a:r>
              <a:t>2. GPS 분석 맵:</a:t>
            </a:r>
            <a:br/>
            <a:r>
              <a:t>   - 실제 정상 주행을 하였는지 나타내는 궤적 표시판.</a:t>
            </a:r>
            <a:br/>
            <a:r>
              <a:t>3. [직권 정산] 단추:</a:t>
            </a:r>
            <a:br/>
            <a:r>
              <a:t>   - 70% 정산 명령(SETTLE_ADJUSTED) 적용 기능.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783080"/>
            <a:ext cx="6126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057400"/>
            <a:ext cx="61264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697480"/>
            <a:ext cx="45720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474720"/>
            <a:ext cx="45720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697480"/>
            <a:ext cx="16459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474720"/>
            <a:ext cx="16459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84632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49194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21031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9194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